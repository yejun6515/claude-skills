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embeddings/oleObject1.bin" ContentType="application/vnd.openxmlformats-officedocument.oleObject"/>
  <Override PartName="/ppt/embeddings/oleObject10.bin" ContentType="application/vnd.openxmlformats-officedocument.oleObject"/>
  <Override PartName="/ppt/embeddings/oleObject11.bin" ContentType="application/vnd.openxmlformats-officedocument.oleObject"/>
  <Override PartName="/ppt/embeddings/oleObject12.bin" ContentType="application/vnd.openxmlformats-officedocument.oleObject"/>
  <Override PartName="/ppt/embeddings/oleObject13.bin" ContentType="application/vnd.openxmlformats-officedocument.oleObject"/>
  <Override PartName="/ppt/embeddings/oleObject14.bin" ContentType="application/vnd.openxmlformats-officedocument.oleObject"/>
  <Override PartName="/ppt/embeddings/oleObject15.bin" ContentType="application/vnd.openxmlformats-officedocument.oleObject"/>
  <Override PartName="/ppt/embeddings/oleObject16.bin" ContentType="application/vnd.openxmlformats-officedocument.oleObject"/>
  <Override PartName="/ppt/embeddings/oleObject17.bin" ContentType="application/vnd.openxmlformats-officedocument.oleObject"/>
  <Override PartName="/ppt/embeddings/oleObject18.bin" ContentType="application/vnd.openxmlformats-officedocument.oleObject"/>
  <Override PartName="/ppt/embeddings/oleObject19.bin" ContentType="application/vnd.openxmlformats-officedocument.oleObject"/>
  <Override PartName="/ppt/embeddings/oleObject2.bin" ContentType="application/vnd.openxmlformats-officedocument.oleObject"/>
  <Override PartName="/ppt/embeddings/oleObject20.bin" ContentType="application/vnd.openxmlformats-officedocument.oleObject"/>
  <Override PartName="/ppt/embeddings/oleObject21.bin" ContentType="application/vnd.openxmlformats-officedocument.oleObject"/>
  <Override PartName="/ppt/embeddings/oleObject22.bin" ContentType="application/vnd.openxmlformats-officedocument.oleObject"/>
  <Override PartName="/ppt/embeddings/oleObject23.bin" ContentType="application/vnd.openxmlformats-officedocument.oleObject"/>
  <Override PartName="/ppt/embeddings/oleObject24.bin" ContentType="application/vnd.openxmlformats-officedocument.oleObject"/>
  <Override PartName="/ppt/embeddings/oleObject25.bin" ContentType="application/vnd.openxmlformats-officedocument.oleObject"/>
  <Override PartName="/ppt/embeddings/oleObject26.bin" ContentType="application/vnd.openxmlformats-officedocument.oleObject"/>
  <Override PartName="/ppt/embeddings/oleObject27.bin" ContentType="application/vnd.openxmlformats-officedocument.oleObject"/>
  <Override PartName="/ppt/embeddings/oleObject28.bin" ContentType="application/vnd.openxmlformats-officedocument.oleObject"/>
  <Override PartName="/ppt/embeddings/oleObject29.bin" ContentType="application/vnd.openxmlformats-officedocument.oleObject"/>
  <Override PartName="/ppt/embeddings/oleObject3.bin" ContentType="application/vnd.openxmlformats-officedocument.oleObject"/>
  <Override PartName="/ppt/embeddings/oleObject30.bin" ContentType="application/vnd.openxmlformats-officedocument.oleObject"/>
  <Override PartName="/ppt/embeddings/oleObject31.bin" ContentType="application/vnd.openxmlformats-officedocument.oleObject"/>
  <Override PartName="/ppt/embeddings/oleObject32.bin" ContentType="application/vnd.openxmlformats-officedocument.oleObject"/>
  <Override PartName="/ppt/embeddings/oleObject33.bin" ContentType="application/vnd.openxmlformats-officedocument.oleObject"/>
  <Override PartName="/ppt/embeddings/oleObject34.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54"/>
  </p:notesMasterIdLst>
  <p:sldIdLst/>
  <p:sldSz cx="12192000" cy="6858000"/>
  <p:notesSz cx="6858000" cy="9144000"/>
  <p:custDataLst>
    <p:tags r:id="rId55"/>
  </p:custDataLst>
  <p:defaultTextStyle>
    <a:defPPr>
      <a:defRPr lang="en-US"/>
    </a:defPPr>
    <a:lvl1pPr marL="180000" lvl="0" indent="-180000" algn="l" defTabSz="180000" rtl="0" eaLnBrk="1" latinLnBrk="0" hangingPunct="1">
      <a:lnSpc>
        <a:spcPct val="100000"/>
      </a:lnSpc>
      <a:spcBef>
        <a:spcPts val="600"/>
      </a:spcBef>
      <a:buClr>
        <a:schemeClr val="bg2"/>
      </a:buClr>
      <a:buFont typeface="Arial" panose="020B0604020202020204" pitchFamily="34" charset="0"/>
      <a:buChar char="•"/>
      <a:defRPr lang="en-US" sz="1800" kern="1200">
        <a:solidFill>
          <a:schemeClr val="tx1"/>
        </a:solidFill>
        <a:latin typeface="+mn-lt"/>
        <a:ea typeface="+mn-ea"/>
        <a:cs typeface="+mn-cs"/>
      </a:defRPr>
    </a:lvl1pPr>
    <a:lvl2pPr marL="360000" lvl="1" indent="-180000" algn="l" defTabSz="180000" rtl="0" eaLnBrk="1" latinLnBrk="0" hangingPunct="1">
      <a:lnSpc>
        <a:spcPct val="100000"/>
      </a:lnSpc>
      <a:spcBef>
        <a:spcPts val="500"/>
      </a:spcBef>
      <a:buClr>
        <a:schemeClr val="tx1"/>
      </a:buClr>
      <a:buFont typeface="Arial" panose="020B0604020202020204" pitchFamily="34" charset="0"/>
      <a:buChar char="-"/>
      <a:defRPr lang="en-US" sz="1800" kern="1200">
        <a:solidFill>
          <a:schemeClr val="tx1"/>
        </a:solidFill>
        <a:latin typeface="+mn-lt"/>
        <a:ea typeface="+mn-ea"/>
        <a:cs typeface="+mn-cs"/>
      </a:defRPr>
    </a:lvl2pPr>
    <a:lvl3pPr marL="540000" lvl="2" indent="-180000" algn="l" defTabSz="180000" rtl="0" eaLnBrk="1" latinLnBrk="0" hangingPunct="1">
      <a:lnSpc>
        <a:spcPct val="100000"/>
      </a:lnSpc>
      <a:spcBef>
        <a:spcPts val="500"/>
      </a:spcBef>
      <a:buClr>
        <a:schemeClr val="tx1"/>
      </a:buClr>
      <a:buFont typeface="Arial" panose="020B0604020202020204" pitchFamily="34" charset="0"/>
      <a:buChar char="-"/>
      <a:defRPr lang="en-US" sz="1200" kern="1200" dirty="0">
        <a:solidFill>
          <a:schemeClr val="tx1"/>
        </a:solidFill>
        <a:latin typeface="+mn-lt"/>
        <a:ea typeface="+mn-ea"/>
        <a:cs typeface="+mn-cs"/>
      </a:defRPr>
    </a:lvl3pPr>
    <a:lvl4pPr marL="720000" lvl="3" indent="-180000" algn="l" defTabSz="180000" rtl="0" eaLnBrk="1" latinLnBrk="0" hangingPunct="1">
      <a:lnSpc>
        <a:spcPct val="100000"/>
      </a:lnSpc>
      <a:spcBef>
        <a:spcPts val="500"/>
      </a:spcBef>
      <a:buClr>
        <a:schemeClr val="tx1"/>
      </a:buClr>
      <a:buFont typeface="Arial" panose="020B0604020202020204" pitchFamily="34" charset="0"/>
      <a:buChar char="-"/>
      <a:defRPr lang="en-US" sz="1200" kern="1200" dirty="0">
        <a:solidFill>
          <a:srgbClr val="63666A"/>
        </a:solidFill>
        <a:latin typeface="+mn-lt"/>
        <a:ea typeface="+mn-ea"/>
        <a:cs typeface="+mn-cs"/>
      </a:defRPr>
    </a:lvl4pPr>
    <a:lvl5pPr marL="900000" lvl="4" indent="-180000" algn="l" defTabSz="180000" rtl="0" eaLnBrk="1" latinLnBrk="0" hangingPunct="1">
      <a:lnSpc>
        <a:spcPct val="100000"/>
      </a:lnSpc>
      <a:spcBef>
        <a:spcPts val="500"/>
      </a:spcBef>
      <a:buClr>
        <a:schemeClr val="tx1"/>
      </a:buClr>
      <a:buFont typeface="Arial" panose="020B0604020202020204" pitchFamily="34" charset="0"/>
      <a:buChar char="-"/>
      <a:defRPr lang="en-US" sz="1200" kern="1200" dirty="0">
        <a:solidFill>
          <a:srgbClr val="97999B"/>
        </a:solidFill>
        <a:latin typeface="+mn-lt"/>
        <a:ea typeface="+mn-ea"/>
        <a:cs typeface="+mn-cs"/>
      </a:defRPr>
    </a:lvl5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666A"/>
    <a:srgbClr val="ECECED"/>
    <a:srgbClr val="425563"/>
    <a:srgbClr val="6BA4B8"/>
    <a:srgbClr val="6BA4B9"/>
    <a:srgbClr val="97999B"/>
    <a:srgbClr val="D0D0CE"/>
    <a:srgbClr val="00B5E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33E1E37-735B-4941-BA4E-209F3CB28BCB}" v="18" dt="2021-06-09T07:44:38.901"/>
  </p1510:revLst>
</p1510:revInfo>
</file>

<file path=ppt/tableStyles.xml><?xml version="1.0" encoding="utf-8"?>
<a:tblStyleLst xmlns:a="http://schemas.openxmlformats.org/drawingml/2006/main" def="{0817EA92-75D0-4044-A80A-286907CE0DDB}">
  <a:tblStyle styleId="{0817EA92-75D0-4044-A80A-286907CE0DDB}" styleName="Primetals Style">
    <a:wholeTbl>
      <a:tcTxStyle>
        <a:fontRef idx="minor">
          <a:prstClr val="black"/>
        </a:fontRef>
        <a:schemeClr val="dk1"/>
      </a:tcTxStyle>
      <a:tcStyle>
        <a:tcBdr>
          <a:left>
            <a:ln>
              <a:noFill/>
            </a:ln>
          </a:left>
          <a:right>
            <a:ln>
              <a:noFill/>
            </a:ln>
          </a:right>
          <a:top>
            <a:ln>
              <a:noFill/>
            </a:ln>
          </a:top>
          <a:bottom>
            <a:ln w="12700" cmpd="sng">
              <a:solidFill>
                <a:schemeClr val="dk1"/>
              </a:solidFill>
            </a:ln>
          </a:bottom>
          <a:insideH>
            <a:ln>
              <a:noFill/>
            </a:ln>
          </a:insideH>
          <a:insideV>
            <a:ln>
              <a:noFill/>
            </a:ln>
          </a:insideV>
        </a:tcBdr>
        <a:fill>
          <a:solidFill>
            <a:srgbClr val="FFFFFF"/>
          </a:solidFill>
        </a:fill>
      </a:tcStyle>
    </a:wholeTbl>
    <a:band1H>
      <a:tcStyle>
        <a:tcBdr/>
      </a:tcStyle>
    </a:band1H>
    <a:band2H>
      <a:tcStyle>
        <a:tcBdr/>
        <a:fill>
          <a:solidFill>
            <a:srgbClr val="ECECED"/>
          </a:solidFill>
        </a:fill>
      </a:tcStyle>
    </a:band2H>
    <a:band1V>
      <a:tcStyle>
        <a:tcBdr/>
      </a:tcStyle>
    </a:band1V>
    <a:band2V>
      <a:tcStyle>
        <a:tcBdr/>
        <a:fill>
          <a:solidFill>
            <a:srgbClr val="ECECED"/>
          </a:solidFill>
        </a:fill>
      </a:tcStyle>
    </a:band2V>
    <a:lastCol>
      <a:tcTxStyle>
        <a:fontRef idx="minor">
          <a:prstClr val="black"/>
        </a:fontRef>
        <a:schemeClr val="dk1"/>
      </a:tcTxStyle>
      <a:tcStyle>
        <a:tcBdr>
          <a:left>
            <a:ln w="12700" cmpd="sng">
              <a:solidFill>
                <a:schemeClr val="dk1"/>
              </a:solidFill>
            </a:ln>
          </a:left>
        </a:tcBdr>
      </a:tcStyle>
    </a:lastCol>
    <a:firstCol>
      <a:tcTxStyle>
        <a:fontRef idx="minor">
          <a:prstClr val="black"/>
        </a:fontRef>
        <a:schemeClr val="dk1"/>
      </a:tcTxStyle>
      <a:tcStyle>
        <a:tcBdr>
          <a:right>
            <a:ln w="12700" cmpd="sng">
              <a:solidFill>
                <a:schemeClr val="dk1"/>
              </a:solidFill>
            </a:ln>
          </a:right>
        </a:tcBdr>
      </a:tcStyle>
    </a:firstCol>
    <a:lastRow>
      <a:tcTxStyle b="on">
        <a:fontRef idx="minor">
          <a:prstClr val="black"/>
        </a:fontRef>
        <a:schemeClr val="dk1"/>
      </a:tcTxStyle>
      <a:tcStyle>
        <a:tcBdr>
          <a:top>
            <a:ln w="12700" cmpd="sng">
              <a:solidFill>
                <a:schemeClr val="dk1"/>
              </a:solidFill>
            </a:ln>
          </a:top>
          <a:bottom>
            <a:ln w="12700" cmpd="sng">
              <a:solidFill>
                <a:schemeClr val="dk1"/>
              </a:solidFill>
            </a:ln>
          </a:bottom>
        </a:tcBdr>
      </a:tcStyle>
    </a:lastRow>
    <a:firstRow>
      <a:tcTxStyle b="on">
        <a:schemeClr val="dk1"/>
      </a:tcTxStyle>
      <a:tcStyle>
        <a:tcBdr>
          <a:bottom>
            <a:ln w="12700" cmpd="sng">
              <a:solidFill>
                <a:schemeClr val="dk1"/>
              </a:solidFill>
            </a:ln>
          </a:bottom>
        </a:tcBdr>
        <a:fill>
          <a:solidFill>
            <a:schemeClr val="lt1"/>
          </a:solidFill>
        </a:fill>
      </a:tcStyle>
    </a:firstRow>
  </a:tblStyle>
  <a:tblStyle styleId="{B92AF076-E4E2-45C4-BA9C-D7DF21351156}" styleName="Primetals Style with horizontal borders">
    <a:wholeTbl>
      <a:tcTxStyle>
        <a:fontRef idx="minor">
          <a:prstClr val="black"/>
        </a:fontRef>
        <a:schemeClr val="dk1"/>
      </a:tcTxStyle>
      <a:tcStyle>
        <a:tcBdr>
          <a:left>
            <a:ln>
              <a:noFill/>
            </a:ln>
          </a:left>
          <a:right>
            <a:ln>
              <a:noFill/>
            </a:ln>
          </a:right>
          <a:top>
            <a:ln>
              <a:noFill/>
            </a:ln>
          </a:top>
          <a:bottom>
            <a:ln w="12700" cmpd="sng">
              <a:solidFill>
                <a:schemeClr val="dk1"/>
              </a:solidFill>
            </a:ln>
          </a:bottom>
          <a:insideH>
            <a:ln w="12700" cmpd="sng">
              <a:solidFill>
                <a:schemeClr val="dk1"/>
              </a:solidFill>
            </a:ln>
          </a:insideH>
          <a:insideV>
            <a:ln>
              <a:noFill/>
            </a:ln>
          </a:insideV>
        </a:tcBdr>
        <a:fill>
          <a:solidFill>
            <a:srgbClr val="FFFFFF"/>
          </a:solidFill>
        </a:fill>
      </a:tcStyle>
    </a:wholeTbl>
    <a:band1H>
      <a:tcStyle>
        <a:tcBdr/>
      </a:tcStyle>
    </a:band1H>
    <a:band2H>
      <a:tcStyle>
        <a:tcBdr/>
        <a:fill>
          <a:solidFill>
            <a:srgbClr val="ECECED"/>
          </a:solidFill>
        </a:fill>
      </a:tcStyle>
    </a:band2H>
    <a:band1V>
      <a:tcStyle>
        <a:tcBdr/>
      </a:tcStyle>
    </a:band1V>
    <a:band2V>
      <a:tcStyle>
        <a:tcBdr/>
        <a:fill>
          <a:solidFill>
            <a:srgbClr val="ECECED"/>
          </a:solidFill>
        </a:fill>
      </a:tcStyle>
    </a:band2V>
    <a:lastCol>
      <a:tcTxStyle>
        <a:fontRef idx="minor">
          <a:prstClr val="black"/>
        </a:fontRef>
        <a:schemeClr val="dk1"/>
      </a:tcTxStyle>
      <a:tcStyle>
        <a:tcBdr>
          <a:left>
            <a:ln w="12700" cmpd="sng">
              <a:solidFill>
                <a:schemeClr val="dk1"/>
              </a:solidFill>
            </a:ln>
          </a:left>
        </a:tcBdr>
      </a:tcStyle>
    </a:lastCol>
    <a:firstCol>
      <a:tcTxStyle>
        <a:fontRef idx="minor">
          <a:prstClr val="black"/>
        </a:fontRef>
        <a:schemeClr val="dk1"/>
      </a:tcTxStyle>
      <a:tcStyle>
        <a:tcBdr>
          <a:right>
            <a:ln w="12700" cmpd="sng">
              <a:solidFill>
                <a:schemeClr val="dk1"/>
              </a:solidFill>
            </a:ln>
          </a:right>
        </a:tcBdr>
      </a:tcStyle>
    </a:firstCol>
    <a:lastRow>
      <a:tcTxStyle b="on">
        <a:fontRef idx="minor">
          <a:prstClr val="black"/>
        </a:fontRef>
        <a:schemeClr val="dk1"/>
      </a:tcTxStyle>
      <a:tcStyle>
        <a:tcBdr>
          <a:top>
            <a:ln w="12700" cmpd="sng">
              <a:solidFill>
                <a:schemeClr val="dk1"/>
              </a:solidFill>
            </a:ln>
          </a:top>
          <a:bottom>
            <a:ln w="12700" cmpd="sng">
              <a:solidFill>
                <a:schemeClr val="dk1"/>
              </a:solidFill>
            </a:ln>
          </a:bottom>
        </a:tcBdr>
      </a:tcStyle>
    </a:lastRow>
    <a:firstRow>
      <a:tcTxStyle b="on">
        <a:schemeClr val="dk1"/>
      </a:tcTxStyle>
      <a:tcStyle>
        <a:tcBdr>
          <a:bottom>
            <a:ln w="12700" cmpd="sng">
              <a:solidFill>
                <a:schemeClr val="dk1"/>
              </a:solidFill>
            </a:ln>
          </a:bottom>
        </a:tcBdr>
        <a:fill>
          <a:solidFill>
            <a:schemeClr val="lt1"/>
          </a:solidFill>
        </a:fill>
      </a:tcStyle>
    </a:firstRow>
  </a:tblStyle>
  <a:tblStyle styleId="{C0D8271B-675A-4D06-BEA2-E6E1EFCB2B0A}" styleName="Primetals Style with horizontal borders (no banded rows)">
    <a:wholeTbl>
      <a:tcTxStyle>
        <a:fontRef idx="minor">
          <a:prstClr val="black"/>
        </a:fontRef>
        <a:schemeClr val="dk1"/>
      </a:tcTxStyle>
      <a:tcStyle>
        <a:tcBdr>
          <a:left>
            <a:ln>
              <a:noFill/>
            </a:ln>
          </a:left>
          <a:right>
            <a:ln>
              <a:noFill/>
            </a:ln>
          </a:right>
          <a:top>
            <a:ln>
              <a:noFill/>
            </a:ln>
          </a:top>
          <a:bottom>
            <a:ln w="12700" cmpd="sng">
              <a:solidFill>
                <a:schemeClr val="dk1"/>
              </a:solidFill>
            </a:ln>
          </a:bottom>
          <a:insideH>
            <a:ln w="12700" cmpd="sng">
              <a:solidFill>
                <a:schemeClr val="dk1"/>
              </a:solidFill>
            </a:ln>
          </a:insideH>
          <a:insideV>
            <a:ln>
              <a:noFill/>
            </a:ln>
          </a:insideV>
        </a:tcBdr>
        <a:fill>
          <a:solidFill>
            <a:srgbClr val="FFFFFF"/>
          </a:solidFill>
        </a:fill>
      </a:tcStyle>
    </a:wholeTbl>
    <a:band1H>
      <a:tcStyle>
        <a:tcBdr/>
      </a:tcStyle>
    </a:band1H>
    <a:band2H>
      <a:tcStyle>
        <a:tcBdr/>
      </a:tcStyle>
    </a:band2H>
    <a:band1V>
      <a:tcStyle>
        <a:tcBdr/>
      </a:tcStyle>
    </a:band1V>
    <a:band2V>
      <a:tcStyle>
        <a:tcBdr/>
      </a:tcStyle>
    </a:band2V>
    <a:lastCol>
      <a:tcTxStyle>
        <a:fontRef idx="minor">
          <a:prstClr val="black"/>
        </a:fontRef>
        <a:schemeClr val="dk1"/>
      </a:tcTxStyle>
      <a:tcStyle>
        <a:tcBdr>
          <a:left>
            <a:ln w="12700" cmpd="sng">
              <a:solidFill>
                <a:schemeClr val="dk1"/>
              </a:solidFill>
            </a:ln>
          </a:left>
        </a:tcBdr>
      </a:tcStyle>
    </a:lastCol>
    <a:firstCol>
      <a:tcTxStyle>
        <a:fontRef idx="minor">
          <a:prstClr val="black"/>
        </a:fontRef>
        <a:schemeClr val="dk1"/>
      </a:tcTxStyle>
      <a:tcStyle>
        <a:tcBdr>
          <a:right>
            <a:ln w="12700" cmpd="sng">
              <a:solidFill>
                <a:schemeClr val="dk1"/>
              </a:solidFill>
            </a:ln>
          </a:right>
        </a:tcBdr>
      </a:tcStyle>
    </a:firstCol>
    <a:lastRow>
      <a:tcTxStyle b="on">
        <a:fontRef idx="minor">
          <a:prstClr val="black"/>
        </a:fontRef>
        <a:schemeClr val="dk1"/>
      </a:tcTxStyle>
      <a:tcStyle>
        <a:tcBdr>
          <a:top>
            <a:ln w="12700" cmpd="sng">
              <a:solidFill>
                <a:schemeClr val="dk1"/>
              </a:solidFill>
            </a:ln>
          </a:top>
          <a:bottom>
            <a:ln w="12700" cmpd="sng">
              <a:solidFill>
                <a:schemeClr val="dk1"/>
              </a:solidFill>
            </a:ln>
          </a:bottom>
        </a:tcBdr>
      </a:tcStyle>
    </a:lastRow>
    <a:firstRow>
      <a:tcTxStyle b="on">
        <a:schemeClr val="dk1"/>
      </a:tcTxStyle>
      <a:tcStyle>
        <a:tcBdr>
          <a:bottom>
            <a:ln w="12700" cmpd="sng">
              <a:solidFill>
                <a:schemeClr val="dk1"/>
              </a:solidFill>
            </a:ln>
          </a:bottom>
        </a:tcBdr>
        <a:fill>
          <a:solidFill>
            <a:schemeClr val="l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08" autoAdjust="0"/>
    <p:restoredTop sz="94660"/>
  </p:normalViewPr>
  <p:slideViewPr>
    <p:cSldViewPr>
      <p:cViewPr varScale="1">
        <p:scale>
          <a:sx n="84" d="100"/>
          <a:sy n="84" d="100"/>
        </p:scale>
        <p:origin x="324" y="84"/>
      </p:cViewPr>
      <p:guideLst/>
    </p:cSldViewPr>
  </p:slideViewPr>
  <p:notesTextViewPr>
    <p:cViewPr>
      <p:scale>
        <a:sx n="1" d="1"/>
        <a:sy n="1" d="1"/>
      </p:scale>
      <p:origin x="0" y="0"/>
    </p:cViewPr>
  </p:notesTextViewPr>
  <p:sorterViewPr>
    <p:cViewPr>
      <p:scale>
        <a:sx n="38" d="100"/>
        <a:sy n="38" d="100"/>
      </p:scale>
      <p:origin x="0" y="0"/>
    </p:cViewPr>
  </p:sorterViewPr>
  <p:notesViewPr>
    <p:cSldViewPr showGuides="1">
      <p:cViewPr varScale="1">
        <p:scale>
          <a:sx n="62" d="100"/>
          <a:sy n="62" d="100"/>
        </p:scale>
        <p:origin x="3154" y="7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4" Type="http://schemas.openxmlformats.org/officeDocument/2006/relationships/notesMaster" Target="notesMasters/notesMaster1.xml"/><Relationship Id="rId55" Type="http://schemas.openxmlformats.org/officeDocument/2006/relationships/tags" Target="tags/tag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 Id="rId6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AT"/>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035202-D739-41E9-92D8-2D9F1F5D674C}" type="datetimeFigureOut">
              <a:rPr lang="de-AT" smtClean="0"/>
              <a:t>01.07.2026</a:t>
            </a:fld>
            <a:endParaRPr lang="de-AT"/>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AT"/>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AT"/>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AT"/>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110E63-62E1-4C8E-9ABB-5D17BD9026F6}" type="slidenum">
              <a:rPr lang="de-AT" smtClean="0"/>
              <a:t>‹#›</a:t>
            </a:fld>
            <a:endParaRPr lang="de-AT"/>
          </a:p>
        </p:txBody>
      </p:sp>
    </p:spTree>
    <p:extLst>
      <p:ext uri="{BB962C8B-B14F-4D97-AF65-F5344CB8AC3E}">
        <p14:creationId xmlns:p14="http://schemas.microsoft.com/office/powerpoint/2010/main" val="2694908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1.emf"/><Relationship Id="rId5" Type="http://schemas.openxmlformats.org/officeDocument/2006/relationships/image" Target="../media/image2.emf"/><Relationship Id="rId6"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1.emf"/><Relationship Id="rId5" Type="http://schemas.openxmlformats.org/officeDocument/2006/relationships/image" Target="../media/image2.emf"/><Relationship Id="rId6"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 Id="rId3" Type="http://schemas.openxmlformats.org/officeDocument/2006/relationships/oleObject" Target="../embeddings/oleObject4.bin"/><Relationship Id="rId4" Type="http://schemas.openxmlformats.org/officeDocument/2006/relationships/image" Target="../media/image1.emf"/><Relationship Id="rId5" Type="http://schemas.openxmlformats.org/officeDocument/2006/relationships/image" Target="../media/image2.emf"/><Relationship Id="rId6"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1.emf"/><Relationship Id="rId5" Type="http://schemas.openxmlformats.org/officeDocument/2006/relationships/image" Target="../media/image2.emf"/><Relationship Id="rId6"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1.xml"/><Relationship Id="rId3" Type="http://schemas.openxmlformats.org/officeDocument/2006/relationships/oleObject" Target="../embeddings/oleObject6.bin"/><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1.xml"/><Relationship Id="rId3" Type="http://schemas.openxmlformats.org/officeDocument/2006/relationships/oleObject" Target="../embeddings/oleObject6.bin"/><Relationship Id="rId4"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1.xml"/><Relationship Id="rId3" Type="http://schemas.openxmlformats.org/officeDocument/2006/relationships/oleObject" Target="../embeddings/oleObject7.bin"/><Relationship Id="rId4"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1.xml"/><Relationship Id="rId3" Type="http://schemas.openxmlformats.org/officeDocument/2006/relationships/oleObject" Target="../embeddings/oleObject8.bin"/><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1.xml"/><Relationship Id="rId3" Type="http://schemas.openxmlformats.org/officeDocument/2006/relationships/oleObject" Target="../embeddings/oleObject9.bin"/><Relationship Id="rId4" Type="http://schemas.openxmlformats.org/officeDocument/2006/relationships/image" Target="../media/image1.emf"/></Relationships>
</file>

<file path=ppt/slideLayouts/_rels/slideLayout10.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Master" Target="../slideMasters/slideMaster1.xml"/><Relationship Id="rId3" Type="http://schemas.openxmlformats.org/officeDocument/2006/relationships/oleObject" Target="../embeddings/oleObject10.bin"/><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Master" Target="../slideMasters/slideMaster1.xml"/><Relationship Id="rId3" Type="http://schemas.openxmlformats.org/officeDocument/2006/relationships/oleObject" Target="../embeddings/oleObject11.bin"/><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1.xml"/><Relationship Id="rId3" Type="http://schemas.openxmlformats.org/officeDocument/2006/relationships/oleObject" Target="../embeddings/oleObject12.bin"/><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Master" Target="../slideMasters/slideMaster1.xml"/><Relationship Id="rId3" Type="http://schemas.openxmlformats.org/officeDocument/2006/relationships/oleObject" Target="../embeddings/oleObject13.bin"/><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slideMaster" Target="../slideMasters/slideMaster1.xml"/><Relationship Id="rId3" Type="http://schemas.openxmlformats.org/officeDocument/2006/relationships/oleObject" Target="../embeddings/oleObject14.bin"/><Relationship Id="rId4" Type="http://schemas.openxmlformats.org/officeDocument/2006/relationships/image" Target="../media/image1.emf"/></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17.xml"/><Relationship Id="rId2" Type="http://schemas.openxmlformats.org/officeDocument/2006/relationships/slideMaster" Target="../slideMasters/slideMaster1.xml"/><Relationship Id="rId3" Type="http://schemas.openxmlformats.org/officeDocument/2006/relationships/oleObject" Target="../embeddings/oleObject15.bin"/><Relationship Id="rId4" Type="http://schemas.openxmlformats.org/officeDocument/2006/relationships/image" Target="../media/image1.emf"/></Relationships>
</file>

<file path=ppt/slideLayouts/_rels/slideLayout16.xml.rels><?xml version='1.0' encoding='UTF-8' standalone='yes'?>
<Relationships xmlns="http://schemas.openxmlformats.org/package/2006/relationships"><Relationship Id="rId1" Type="http://schemas.openxmlformats.org/officeDocument/2006/relationships/tags" Target="../tags/tag18.xml"/><Relationship Id="rId2" Type="http://schemas.openxmlformats.org/officeDocument/2006/relationships/slideMaster" Target="../slideMasters/slideMaster1.xml"/><Relationship Id="rId3" Type="http://schemas.openxmlformats.org/officeDocument/2006/relationships/oleObject" Target="../embeddings/oleObject16.bin"/><Relationship Id="rId4" Type="http://schemas.openxmlformats.org/officeDocument/2006/relationships/image" Target="../media/image1.emf"/></Relationships>
</file>

<file path=ppt/slideLayouts/_rels/slideLayout17.xml.rels><?xml version='1.0' encoding='UTF-8' standalone='yes'?>
<Relationships xmlns="http://schemas.openxmlformats.org/package/2006/relationships"><Relationship Id="rId1" Type="http://schemas.openxmlformats.org/officeDocument/2006/relationships/tags" Target="../tags/tag19.xml"/><Relationship Id="rId2" Type="http://schemas.openxmlformats.org/officeDocument/2006/relationships/slideMaster" Target="../slideMasters/slideMaster1.xml"/><Relationship Id="rId3" Type="http://schemas.openxmlformats.org/officeDocument/2006/relationships/oleObject" Target="../embeddings/oleObject17.bin"/><Relationship Id="rId4" Type="http://schemas.openxmlformats.org/officeDocument/2006/relationships/image" Target="../media/image1.emf"/></Relationships>
</file>

<file path=ppt/slideLayouts/_rels/slideLayout18.xml.rels><?xml version='1.0' encoding='UTF-8' standalone='yes'?>
<Relationships xmlns="http://schemas.openxmlformats.org/package/2006/relationships"><Relationship Id="rId1" Type="http://schemas.openxmlformats.org/officeDocument/2006/relationships/tags" Target="../tags/tag20.xml"/><Relationship Id="rId2" Type="http://schemas.openxmlformats.org/officeDocument/2006/relationships/slideMaster" Target="../slideMasters/slideMaster1.xml"/><Relationship Id="rId3" Type="http://schemas.openxmlformats.org/officeDocument/2006/relationships/oleObject" Target="../embeddings/oleObject18.bin"/><Relationship Id="rId4" Type="http://schemas.openxmlformats.org/officeDocument/2006/relationships/image" Target="../media/image1.emf"/></Relationships>
</file>

<file path=ppt/slideLayouts/_rels/slideLayout19.xml.rels><?xml version='1.0' encoding='UTF-8' standalone='yes'?>
<Relationships xmlns="http://schemas.openxmlformats.org/package/2006/relationships"><Relationship Id="rId1" Type="http://schemas.openxmlformats.org/officeDocument/2006/relationships/tags" Target="../tags/tag21.xml"/><Relationship Id="rId2" Type="http://schemas.openxmlformats.org/officeDocument/2006/relationships/slideMaster" Target="../slideMasters/slideMaster1.xml"/><Relationship Id="rId3" Type="http://schemas.openxmlformats.org/officeDocument/2006/relationships/oleObject" Target="../embeddings/oleObject19.bin"/><Relationship Id="rId4" Type="http://schemas.openxmlformats.org/officeDocument/2006/relationships/image" Target="../media/image1.emf"/></Relationships>
</file>

<file path=ppt/slideLayouts/_rels/slideLayout20.xml.rels><?xml version='1.0' encoding='UTF-8' standalone='yes'?>
<Relationships xmlns="http://schemas.openxmlformats.org/package/2006/relationships"><Relationship Id="rId1" Type="http://schemas.openxmlformats.org/officeDocument/2006/relationships/tags" Target="../tags/tag22.xml"/><Relationship Id="rId2" Type="http://schemas.openxmlformats.org/officeDocument/2006/relationships/slideMaster" Target="../slideMasters/slideMaster1.xml"/><Relationship Id="rId3" Type="http://schemas.openxmlformats.org/officeDocument/2006/relationships/oleObject" Target="../embeddings/oleObject20.bin"/><Relationship Id="rId4" Type="http://schemas.openxmlformats.org/officeDocument/2006/relationships/image" Target="../media/image1.emf"/></Relationships>
</file>

<file path=ppt/slideLayouts/_rels/slideLayout21.xml.rels><?xml version='1.0' encoding='UTF-8' standalone='yes'?>
<Relationships xmlns="http://schemas.openxmlformats.org/package/2006/relationships"><Relationship Id="rId1" Type="http://schemas.openxmlformats.org/officeDocument/2006/relationships/tags" Target="../tags/tag23.xml"/><Relationship Id="rId2" Type="http://schemas.openxmlformats.org/officeDocument/2006/relationships/slideMaster" Target="../slideMasters/slideMaster1.xml"/><Relationship Id="rId3" Type="http://schemas.openxmlformats.org/officeDocument/2006/relationships/oleObject" Target="../embeddings/oleObject21.bin"/><Relationship Id="rId4" Type="http://schemas.openxmlformats.org/officeDocument/2006/relationships/image" Target="../media/image1.emf"/></Relationships>
</file>

<file path=ppt/slideLayouts/_rels/slideLayout22.xml.rels><?xml version='1.0' encoding='UTF-8' standalone='yes'?>
<Relationships xmlns="http://schemas.openxmlformats.org/package/2006/relationships"><Relationship Id="rId1" Type="http://schemas.openxmlformats.org/officeDocument/2006/relationships/tags" Target="../tags/tag24.xml"/><Relationship Id="rId2" Type="http://schemas.openxmlformats.org/officeDocument/2006/relationships/slideMaster" Target="../slideMasters/slideMaster1.xml"/><Relationship Id="rId3" Type="http://schemas.openxmlformats.org/officeDocument/2006/relationships/oleObject" Target="../embeddings/oleObject22.bin"/><Relationship Id="rId4" Type="http://schemas.openxmlformats.org/officeDocument/2006/relationships/image" Target="../media/image1.emf"/></Relationships>
</file>

<file path=ppt/slideLayouts/_rels/slideLayout23.xml.rels><?xml version='1.0' encoding='UTF-8' standalone='yes'?>
<Relationships xmlns="http://schemas.openxmlformats.org/package/2006/relationships"><Relationship Id="rId1" Type="http://schemas.openxmlformats.org/officeDocument/2006/relationships/tags" Target="../tags/tag25.xml"/><Relationship Id="rId2" Type="http://schemas.openxmlformats.org/officeDocument/2006/relationships/slideMaster" Target="../slideMasters/slideMaster1.xml"/><Relationship Id="rId3" Type="http://schemas.openxmlformats.org/officeDocument/2006/relationships/oleObject" Target="../embeddings/oleObject23.bin"/><Relationship Id="rId4" Type="http://schemas.openxmlformats.org/officeDocument/2006/relationships/image" Target="../media/image1.emf"/></Relationships>
</file>

<file path=ppt/slideLayouts/_rels/slideLayout24.xml.rels><?xml version='1.0' encoding='UTF-8' standalone='yes'?>
<Relationships xmlns="http://schemas.openxmlformats.org/package/2006/relationships"><Relationship Id="rId1" Type="http://schemas.openxmlformats.org/officeDocument/2006/relationships/tags" Target="../tags/tag26.xml"/><Relationship Id="rId2" Type="http://schemas.openxmlformats.org/officeDocument/2006/relationships/slideMaster" Target="../slideMasters/slideMaster1.xml"/><Relationship Id="rId3" Type="http://schemas.openxmlformats.org/officeDocument/2006/relationships/oleObject" Target="../embeddings/oleObject24.bin"/><Relationship Id="rId4" Type="http://schemas.openxmlformats.org/officeDocument/2006/relationships/image" Target="../media/image1.emf"/></Relationships>
</file>

<file path=ppt/slideLayouts/_rels/slideLayout25.xml.rels><?xml version='1.0' encoding='UTF-8' standalone='yes'?>
<Relationships xmlns="http://schemas.openxmlformats.org/package/2006/relationships"><Relationship Id="rId1" Type="http://schemas.openxmlformats.org/officeDocument/2006/relationships/tags" Target="../tags/tag27.xml"/><Relationship Id="rId2" Type="http://schemas.openxmlformats.org/officeDocument/2006/relationships/slideMaster" Target="../slideMasters/slideMaster1.xml"/><Relationship Id="rId3" Type="http://schemas.openxmlformats.org/officeDocument/2006/relationships/oleObject" Target="../embeddings/oleObject25.bin"/><Relationship Id="rId4" Type="http://schemas.openxmlformats.org/officeDocument/2006/relationships/image" Target="../media/image1.emf"/></Relationships>
</file>

<file path=ppt/slideLayouts/_rels/slideLayout26.xml.rels><?xml version='1.0' encoding='UTF-8' standalone='yes'?>
<Relationships xmlns="http://schemas.openxmlformats.org/package/2006/relationships"><Relationship Id="rId1" Type="http://schemas.openxmlformats.org/officeDocument/2006/relationships/tags" Target="../tags/tag28.xml"/><Relationship Id="rId2" Type="http://schemas.openxmlformats.org/officeDocument/2006/relationships/slideMaster" Target="../slideMasters/slideMaster1.xml"/><Relationship Id="rId3" Type="http://schemas.openxmlformats.org/officeDocument/2006/relationships/oleObject" Target="../embeddings/oleObject26.bin"/><Relationship Id="rId4" Type="http://schemas.openxmlformats.org/officeDocument/2006/relationships/image" Target="../media/image1.emf"/><Relationship Id="rId5" Type="http://schemas.openxmlformats.org/officeDocument/2006/relationships/image" Target="../media/image4.emf"/><Relationship Id="rId6" Type="http://schemas.openxmlformats.org/officeDocument/2006/relationships/image" Target="../media/image5.png"/></Relationships>
</file>

<file path=ppt/slideLayouts/_rels/slideLayout27.xml.rels><?xml version='1.0' encoding='UTF-8' standalone='yes'?>
<Relationships xmlns="http://schemas.openxmlformats.org/package/2006/relationships"><Relationship Id="rId1" Type="http://schemas.openxmlformats.org/officeDocument/2006/relationships/tags" Target="../tags/tag29.xml"/><Relationship Id="rId2" Type="http://schemas.openxmlformats.org/officeDocument/2006/relationships/slideMaster" Target="../slideMasters/slideMaster1.xml"/><Relationship Id="rId3" Type="http://schemas.openxmlformats.org/officeDocument/2006/relationships/oleObject" Target="../embeddings/oleObject27.bin"/><Relationship Id="rId4" Type="http://schemas.openxmlformats.org/officeDocument/2006/relationships/image" Target="../media/image1.emf"/><Relationship Id="rId5" Type="http://schemas.openxmlformats.org/officeDocument/2006/relationships/image" Target="../media/image4.emf"/><Relationship Id="rId6" Type="http://schemas.openxmlformats.org/officeDocument/2006/relationships/image" Target="../media/image5.png"/></Relationships>
</file>

<file path=ppt/slideLayouts/_rels/slideLayout28.xml.rels><?xml version='1.0' encoding='UTF-8' standalone='yes'?>
<Relationships xmlns="http://schemas.openxmlformats.org/package/2006/relationships"><Relationship Id="rId1" Type="http://schemas.openxmlformats.org/officeDocument/2006/relationships/tags" Target="../tags/tag30.xml"/><Relationship Id="rId2" Type="http://schemas.openxmlformats.org/officeDocument/2006/relationships/slideMaster" Target="../slideMasters/slideMaster1.xml"/><Relationship Id="rId3" Type="http://schemas.openxmlformats.org/officeDocument/2006/relationships/oleObject" Target="../embeddings/oleObject28.bin"/><Relationship Id="rId4" Type="http://schemas.openxmlformats.org/officeDocument/2006/relationships/image" Target="../media/image1.emf"/></Relationships>
</file>

<file path=ppt/slideLayouts/_rels/slideLayout29.xml.rels><?xml version='1.0' encoding='UTF-8' standalone='yes'?>
<Relationships xmlns="http://schemas.openxmlformats.org/package/2006/relationships"><Relationship Id="rId1" Type="http://schemas.openxmlformats.org/officeDocument/2006/relationships/tags" Target="../tags/tag31.xml"/><Relationship Id="rId2" Type="http://schemas.openxmlformats.org/officeDocument/2006/relationships/slideMaster" Target="../slideMasters/slideMaster1.xml"/><Relationship Id="rId3" Type="http://schemas.openxmlformats.org/officeDocument/2006/relationships/oleObject" Target="../embeddings/oleObject29.bin"/><Relationship Id="rId4" Type="http://schemas.openxmlformats.org/officeDocument/2006/relationships/image" Target="../media/image1.emf"/></Relationships>
</file>

<file path=ppt/slideLayouts/_rels/slideLayout30.xml.rels><?xml version='1.0' encoding='UTF-8' standalone='yes'?>
<Relationships xmlns="http://schemas.openxmlformats.org/package/2006/relationships"><Relationship Id="rId1" Type="http://schemas.openxmlformats.org/officeDocument/2006/relationships/tags" Target="../tags/tag32.xml"/><Relationship Id="rId2" Type="http://schemas.openxmlformats.org/officeDocument/2006/relationships/slideMaster" Target="../slideMasters/slideMaster1.xml"/><Relationship Id="rId3" Type="http://schemas.openxmlformats.org/officeDocument/2006/relationships/oleObject" Target="../embeddings/oleObject30.bin"/><Relationship Id="rId4" Type="http://schemas.openxmlformats.org/officeDocument/2006/relationships/image" Target="../media/image1.emf"/></Relationships>
</file>

<file path=ppt/slideLayouts/_rels/slideLayout31.xml.rels><?xml version='1.0' encoding='UTF-8' standalone='yes'?>
<Relationships xmlns="http://schemas.openxmlformats.org/package/2006/relationships"><Relationship Id="rId1" Type="http://schemas.openxmlformats.org/officeDocument/2006/relationships/tags" Target="../tags/tag33.xml"/><Relationship Id="rId2" Type="http://schemas.openxmlformats.org/officeDocument/2006/relationships/slideMaster" Target="../slideMasters/slideMaster1.xml"/><Relationship Id="rId3" Type="http://schemas.openxmlformats.org/officeDocument/2006/relationships/oleObject" Target="../embeddings/oleObject31.bin"/><Relationship Id="rId4" Type="http://schemas.openxmlformats.org/officeDocument/2006/relationships/image" Target="../media/image1.emf"/></Relationships>
</file>

<file path=ppt/slideLayouts/_rels/slideLayout32.xml.rels><?xml version='1.0' encoding='UTF-8' standalone='yes'?>
<Relationships xmlns="http://schemas.openxmlformats.org/package/2006/relationships"><Relationship Id="rId1" Type="http://schemas.openxmlformats.org/officeDocument/2006/relationships/tags" Target="../tags/tag34.xml"/><Relationship Id="rId2" Type="http://schemas.openxmlformats.org/officeDocument/2006/relationships/slideMaster" Target="../slideMasters/slideMaster1.xml"/><Relationship Id="rId3" Type="http://schemas.openxmlformats.org/officeDocument/2006/relationships/oleObject" Target="../embeddings/oleObject32.bin"/><Relationship Id="rId4" Type="http://schemas.openxmlformats.org/officeDocument/2006/relationships/image" Target="../media/image1.emf"/></Relationships>
</file>

<file path=ppt/slideLayouts/_rels/slideLayout33.xml.rels><?xml version='1.0' encoding='UTF-8' standalone='yes'?>
<Relationships xmlns="http://schemas.openxmlformats.org/package/2006/relationships"><Relationship Id="rId1" Type="http://schemas.openxmlformats.org/officeDocument/2006/relationships/tags" Target="../tags/tag35.xml"/><Relationship Id="rId2" Type="http://schemas.openxmlformats.org/officeDocument/2006/relationships/slideMaster" Target="../slideMasters/slideMaster1.xml"/><Relationship Id="rId3" Type="http://schemas.openxmlformats.org/officeDocument/2006/relationships/oleObject" Target="../embeddings/oleObject33.bin"/><Relationship Id="rId4" Type="http://schemas.openxmlformats.org/officeDocument/2006/relationships/image" Target="../media/image1.emf"/></Relationships>
</file>

<file path=ppt/slideLayouts/_rels/slideLayout34.xml.rels><?xml version='1.0' encoding='UTF-8' standalone='yes'?>
<Relationships xmlns="http://schemas.openxmlformats.org/package/2006/relationships"><Relationship Id="rId1" Type="http://schemas.openxmlformats.org/officeDocument/2006/relationships/tags" Target="../tags/tag36.xml"/><Relationship Id="rId2" Type="http://schemas.openxmlformats.org/officeDocument/2006/relationships/slideMaster" Target="../slideMasters/slideMaster1.xml"/><Relationship Id="rId3" Type="http://schemas.openxmlformats.org/officeDocument/2006/relationships/oleObject" Target="../embeddings/oleObject34.bin"/><Relationship Id="rId4" Type="http://schemas.openxmlformats.org/officeDocument/2006/relationships/image" Target="../media/image1.emf"/><Relationship Id="rId5" Type="http://schemas.openxmlformats.org/officeDocument/2006/relationships/image" Target="../media/image2.emf"/><Relationship Id="rId6" Type="http://schemas.openxmlformats.org/officeDocument/2006/relationships/image" Target="../media/image3.png"/></Relationships>
</file>

<file path=ppt/slideLayouts/_rels/slideLayout35.xml.rels><?xml version='1.0' encoding='UTF-8' standalone='yes'?>
<Relationships xmlns="http://schemas.openxmlformats.org/package/2006/relationships"><Relationship Id="rId1" Type="http://schemas.openxmlformats.org/officeDocument/2006/relationships/tags" Target="../tags/tag37.xml"/><Relationship Id="rId2" Type="http://schemas.openxmlformats.org/officeDocument/2006/relationships/slideMaster" Target="../slideMasters/slideMaster1.xml"/><Relationship Id="rId3" Type="http://schemas.openxmlformats.org/officeDocument/2006/relationships/oleObject" Target="../embeddings/oleObject34.bin"/><Relationship Id="rId4" Type="http://schemas.openxmlformats.org/officeDocument/2006/relationships/image" Target="../media/image1.emf"/><Relationship Id="rId5" Type="http://schemas.openxmlformats.org/officeDocument/2006/relationships/image" Target="../media/image2.emf"/><Relationship Id="rId6" Type="http://schemas.openxmlformats.org/officeDocument/2006/relationships/image" Target="../media/image3.png"/></Relationships>
</file>

<file path=ppt/slideLayouts/_rels/slideLayout36.xml.rels><?xml version='1.0' encoding='UTF-8' standalone='yes'?>
<Relationships xmlns="http://schemas.openxmlformats.org/package/2006/relationships"><Relationship Id="rId1" Type="http://schemas.openxmlformats.org/officeDocument/2006/relationships/tags" Target="../tags/tag38.xml"/><Relationship Id="rId2" Type="http://schemas.openxmlformats.org/officeDocument/2006/relationships/slideMaster" Target="../slideMasters/slideMaster1.xml"/><Relationship Id="rId3" Type="http://schemas.openxmlformats.org/officeDocument/2006/relationships/oleObject" Target="../embeddings/oleObject34.bin"/><Relationship Id="rId4" Type="http://schemas.openxmlformats.org/officeDocument/2006/relationships/image" Target="../media/image1.emf"/><Relationship Id="rId5" Type="http://schemas.openxmlformats.org/officeDocument/2006/relationships/image" Target="../media/image2.emf"/><Relationship Id="rId6"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with image">
    <p:bg>
      <p:bgRef idx="1001">
        <a:schemeClr val="bg1"/>
      </p:bgRef>
    </p:bg>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BB1A7169-1515-4845-B07C-DCE613539BAB}"/>
              </a:ext>
            </a:extLst>
          </p:cNvPr>
          <p:cNvGraphicFramePr>
            <a:graphicFrameLocks noChangeAspect="1"/>
          </p:cNvGraphicFramePr>
          <p:nvPr userDrawn="1">
            <p:custDataLst>
              <p:tags r:id="rId1"/>
            </p:custDataLst>
            <p:extLst>
              <p:ext uri="{D42A27DB-BD31-4B8C-83A1-F6EECF244321}">
                <p14:modId xmlns:p14="http://schemas.microsoft.com/office/powerpoint/2010/main" val="19939870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0" imgH="469" progId="TCLayout.ActiveDocument.1">
                  <p:embed/>
                </p:oleObj>
              </mc:Choice>
              <mc:Fallback>
                <p:oleObj name="think-cell Slide" r:id="rId3" imgW="470" imgH="469"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Image">
            <a:extLst>
              <a:ext uri="{FF2B5EF4-FFF2-40B4-BE49-F238E27FC236}">
                <a16:creationId xmlns:a16="http://schemas.microsoft.com/office/drawing/2014/main" id="{B97C4F82-0751-4C32-82A6-18D673E0DB32}"/>
              </a:ext>
            </a:extLst>
          </p:cNvPr>
          <p:cNvSpPr>
            <a:spLocks noGrp="1"/>
          </p:cNvSpPr>
          <p:nvPr>
            <p:ph type="pic" sz="quarter" idx="14" hasCustomPrompt="1"/>
          </p:nvPr>
        </p:nvSpPr>
        <p:spPr>
          <a:xfrm>
            <a:off x="3755500" y="0"/>
            <a:ext cx="8436500" cy="6858000"/>
          </a:xfrm>
          <a:custGeom>
            <a:avLst/>
            <a:gdLst>
              <a:gd name="connsiteX0" fmla="*/ 3204500 w 8436500"/>
              <a:gd name="connsiteY0" fmla="*/ 0 h 6858000"/>
              <a:gd name="connsiteX1" fmla="*/ 8436500 w 8436500"/>
              <a:gd name="connsiteY1" fmla="*/ 0 h 6858000"/>
              <a:gd name="connsiteX2" fmla="*/ 8436500 w 8436500"/>
              <a:gd name="connsiteY2" fmla="*/ 6858000 h 6858000"/>
              <a:gd name="connsiteX3" fmla="*/ 8436499 w 8436500"/>
              <a:gd name="connsiteY3" fmla="*/ 6858000 h 6858000"/>
              <a:gd name="connsiteX4" fmla="*/ 8436499 w 8436500"/>
              <a:gd name="connsiteY4" fmla="*/ 6786000 h 6858000"/>
              <a:gd name="connsiteX5" fmla="*/ 0 w 8436500"/>
              <a:gd name="connsiteY5" fmla="*/ 6786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36500" h="6858000">
                <a:moveTo>
                  <a:pt x="3204500" y="0"/>
                </a:moveTo>
                <a:lnTo>
                  <a:pt x="8436500" y="0"/>
                </a:lnTo>
                <a:lnTo>
                  <a:pt x="8436500" y="6858000"/>
                </a:lnTo>
                <a:lnTo>
                  <a:pt x="8436499" y="6858000"/>
                </a:lnTo>
                <a:lnTo>
                  <a:pt x="8436499" y="6786000"/>
                </a:lnTo>
                <a:lnTo>
                  <a:pt x="0" y="6786000"/>
                </a:lnTo>
                <a:close/>
              </a:path>
            </a:pathLst>
          </a:custGeom>
          <a:solidFill>
            <a:srgbClr val="ECECED"/>
          </a:solidFill>
        </p:spPr>
        <p:txBody>
          <a:bodyPr wrap="square" anchor="ctr">
            <a:noAutofit/>
          </a:bodyPr>
          <a:lstStyle>
            <a:lvl1pPr marL="0" indent="0" algn="ctr" rtl="0">
              <a:buNone/>
              <a:defRPr>
                <a:solidFill>
                  <a:schemeClr val="tx2"/>
                </a:solidFill>
              </a:defRPr>
            </a:lvl1pPr>
          </a:lstStyle>
          <a:p>
            <a:r>
              <a:rPr lang="en-US" noProof="0" dirty="0"/>
              <a:t>Click to add image</a:t>
            </a:r>
          </a:p>
        </p:txBody>
      </p:sp>
      <p:sp>
        <p:nvSpPr>
          <p:cNvPr id="20" name="Line">
            <a:extLst>
              <a:ext uri="{FF2B5EF4-FFF2-40B4-BE49-F238E27FC236}">
                <a16:creationId xmlns:a16="http://schemas.microsoft.com/office/drawing/2014/main" id="{81382D21-AC1A-4AB6-B071-B6781378006C}"/>
              </a:ext>
            </a:extLst>
          </p:cNvPr>
          <p:cNvSpPr/>
          <p:nvPr userDrawn="1"/>
        </p:nvSpPr>
        <p:spPr>
          <a:xfrm>
            <a:off x="-2" y="6786000"/>
            <a:ext cx="12192001" cy="7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noProof="0"/>
          </a:p>
        </p:txBody>
      </p:sp>
      <p:sp>
        <p:nvSpPr>
          <p:cNvPr id="6" name="Pagenumber">
            <a:extLst>
              <a:ext uri="{FF2B5EF4-FFF2-40B4-BE49-F238E27FC236}">
                <a16:creationId xmlns:a16="http://schemas.microsoft.com/office/drawing/2014/main" id="{4521DC1A-5FFF-4D49-B604-A438859A45DC}"/>
              </a:ext>
            </a:extLst>
          </p:cNvPr>
          <p:cNvSpPr>
            <a:spLocks noGrp="1"/>
          </p:cNvSpPr>
          <p:nvPr>
            <p:ph type="sldNum" sz="quarter" idx="12"/>
          </p:nvPr>
        </p:nvSpPr>
        <p:spPr/>
        <p:txBody>
          <a:bodyPr/>
          <a:lstStyle>
            <a:lvl1pPr rtl="0">
              <a:defRPr>
                <a:solidFill>
                  <a:schemeClr val="bg1"/>
                </a:solidFill>
              </a:defRPr>
            </a:lvl1pPr>
          </a:lstStyle>
          <a:p>
            <a:fld id="{0CE2C118-78B0-4948-9692-2E57815A59D4}" type="slidenum">
              <a:rPr lang="en-US" noProof="0" smtClean="0"/>
              <a:pPr/>
              <a:t>‹#›</a:t>
            </a:fld>
            <a:endParaRPr lang="en-US" noProof="0" dirty="0"/>
          </a:p>
        </p:txBody>
      </p:sp>
      <p:sp>
        <p:nvSpPr>
          <p:cNvPr id="5" name="Footer">
            <a:extLst>
              <a:ext uri="{FF2B5EF4-FFF2-40B4-BE49-F238E27FC236}">
                <a16:creationId xmlns:a16="http://schemas.microsoft.com/office/drawing/2014/main" id="{E7AB1831-97F3-4703-A327-4D452DA76F40}"/>
              </a:ext>
            </a:extLst>
          </p:cNvPr>
          <p:cNvSpPr>
            <a:spLocks noGrp="1"/>
          </p:cNvSpPr>
          <p:nvPr>
            <p:ph type="ftr" sz="quarter" idx="11"/>
          </p:nvPr>
        </p:nvSpPr>
        <p:spPr/>
        <p:txBody>
          <a:bodyPr/>
          <a:lstStyle>
            <a:lvl1pPr rtl="0">
              <a:defRPr>
                <a:solidFill>
                  <a:schemeClr val="bg1"/>
                </a:solidFill>
              </a:defRPr>
            </a:lvl1pPr>
          </a:lstStyle>
          <a:p>
            <a:r>
              <a:rPr lang="en-US" noProof="0"/>
              <a:t>YeJun Kim / SM JP INT</a:t>
            </a:r>
          </a:p>
        </p:txBody>
      </p:sp>
      <p:sp>
        <p:nvSpPr>
          <p:cNvPr id="4" name="Date">
            <a:extLst>
              <a:ext uri="{FF2B5EF4-FFF2-40B4-BE49-F238E27FC236}">
                <a16:creationId xmlns:a16="http://schemas.microsoft.com/office/drawing/2014/main" id="{DE35950F-54DA-44CE-A797-0B8F97D04EE3}"/>
              </a:ext>
            </a:extLst>
          </p:cNvPr>
          <p:cNvSpPr>
            <a:spLocks noGrp="1"/>
          </p:cNvSpPr>
          <p:nvPr>
            <p:ph type="dt" sz="half" idx="10"/>
          </p:nvPr>
        </p:nvSpPr>
        <p:spPr/>
        <p:txBody>
          <a:bodyPr/>
          <a:lstStyle>
            <a:lvl1pPr rtl="0">
              <a:defRPr>
                <a:solidFill>
                  <a:schemeClr val="bg1"/>
                </a:solidFill>
              </a:defRPr>
            </a:lvl1pPr>
          </a:lstStyle>
          <a:p>
            <a:r>
              <a:rPr lang="de-DE" noProof="0"/>
              <a:t>2026-07-01</a:t>
            </a:r>
            <a:endParaRPr lang="en-US" noProof="0" dirty="0"/>
          </a:p>
        </p:txBody>
      </p:sp>
      <p:sp>
        <p:nvSpPr>
          <p:cNvPr id="11" name="Presenter name">
            <a:extLst>
              <a:ext uri="{FF2B5EF4-FFF2-40B4-BE49-F238E27FC236}">
                <a16:creationId xmlns:a16="http://schemas.microsoft.com/office/drawing/2014/main" id="{9A5833E2-7B10-4858-83E0-CEFC1DFEC130}"/>
              </a:ext>
            </a:extLst>
          </p:cNvPr>
          <p:cNvSpPr>
            <a:spLocks noGrp="1"/>
          </p:cNvSpPr>
          <p:nvPr>
            <p:ph type="body" sz="quarter" idx="13" hasCustomPrompt="1"/>
          </p:nvPr>
        </p:nvSpPr>
        <p:spPr>
          <a:xfrm>
            <a:off x="360000" y="5335623"/>
            <a:ext cx="3240000" cy="973138"/>
          </a:xfrm>
        </p:spPr>
        <p:txBody>
          <a:bodyPr anchor="b"/>
          <a:lstStyle>
            <a:lvl1pPr marL="0" indent="0" rtl="0">
              <a:lnSpc>
                <a:spcPct val="100000"/>
              </a:lnSpc>
              <a:spcBef>
                <a:spcPts val="0"/>
              </a:spcBef>
              <a:buNone/>
              <a:defRPr sz="1400">
                <a:solidFill>
                  <a:srgbClr val="63666A"/>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dirty="0"/>
              <a:t>Name of first presenter, Job title</a:t>
            </a:r>
            <a:br>
              <a:rPr lang="en-US" noProof="0" dirty="0"/>
            </a:br>
            <a:r>
              <a:rPr lang="en-US" noProof="0" dirty="0"/>
              <a:t>Name of second presenter, Job title</a:t>
            </a:r>
          </a:p>
        </p:txBody>
      </p:sp>
      <p:sp>
        <p:nvSpPr>
          <p:cNvPr id="3" name="Subtitle">
            <a:extLst>
              <a:ext uri="{FF2B5EF4-FFF2-40B4-BE49-F238E27FC236}">
                <a16:creationId xmlns:a16="http://schemas.microsoft.com/office/drawing/2014/main" id="{F4D3B3BB-AF97-44E4-93CB-E633FD1DEF34}"/>
              </a:ext>
            </a:extLst>
          </p:cNvPr>
          <p:cNvSpPr>
            <a:spLocks noGrp="1"/>
          </p:cNvSpPr>
          <p:nvPr>
            <p:ph type="subTitle" idx="1" hasCustomPrompt="1"/>
          </p:nvPr>
        </p:nvSpPr>
        <p:spPr>
          <a:xfrm>
            <a:off x="360000" y="2808000"/>
            <a:ext cx="4680000" cy="928800"/>
          </a:xfrm>
        </p:spPr>
        <p:txBody>
          <a:bodyPr/>
          <a:lstStyle>
            <a:lvl1pPr marL="0" indent="0" algn="l" rtl="0">
              <a:buNone/>
              <a:defRPr sz="1700" cap="all"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dirty="0"/>
              <a:t>Subtitle of the presentation</a:t>
            </a:r>
          </a:p>
        </p:txBody>
      </p:sp>
      <p:sp>
        <p:nvSpPr>
          <p:cNvPr id="2" name="Title">
            <a:extLst>
              <a:ext uri="{FF2B5EF4-FFF2-40B4-BE49-F238E27FC236}">
                <a16:creationId xmlns:a16="http://schemas.microsoft.com/office/drawing/2014/main" id="{8B286E26-40BF-4531-8528-9E90C2A3A52A}"/>
              </a:ext>
            </a:extLst>
          </p:cNvPr>
          <p:cNvSpPr>
            <a:spLocks noGrp="1"/>
          </p:cNvSpPr>
          <p:nvPr>
            <p:ph type="ctrTitle" hasCustomPrompt="1"/>
          </p:nvPr>
        </p:nvSpPr>
        <p:spPr>
          <a:xfrm>
            <a:off x="360000" y="1800000"/>
            <a:ext cx="4680000" cy="928889"/>
          </a:xfrm>
        </p:spPr>
        <p:txBody>
          <a:bodyPr vert="horz" anchor="t">
            <a:noAutofit/>
          </a:bodyPr>
          <a:lstStyle>
            <a:lvl1pPr algn="l" rtl="0">
              <a:defRPr sz="3200" cap="all" baseline="0">
                <a:latin typeface="+mj-lt"/>
              </a:defRPr>
            </a:lvl1pPr>
          </a:lstStyle>
          <a:p>
            <a:r>
              <a:rPr lang="en-US" noProof="0" dirty="0"/>
              <a:t>Title of the presentation</a:t>
            </a:r>
          </a:p>
        </p:txBody>
      </p:sp>
      <p:pic>
        <p:nvPicPr>
          <p:cNvPr id="7" name="Logo">
            <a:extLst>
              <a:ext uri="{FF2B5EF4-FFF2-40B4-BE49-F238E27FC236}">
                <a16:creationId xmlns:a16="http://schemas.microsoft.com/office/drawing/2014/main" id="{37E3A49A-F846-4410-A862-790675AAC255}"/>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59238" y="320400"/>
            <a:ext cx="1674000" cy="424119"/>
          </a:xfrm>
          <a:prstGeom prst="rect">
            <a:avLst/>
          </a:prstGeom>
        </p:spPr>
      </p:pic>
      <p:sp>
        <p:nvSpPr>
          <p:cNvPr id="12" name="CopyrightSlideMasterPT">
            <a:extLst>
              <a:ext uri="{FF2B5EF4-FFF2-40B4-BE49-F238E27FC236}">
                <a16:creationId xmlns:a16="http://schemas.microsoft.com/office/drawing/2014/main" id="{52D037D6-C0F3-4E27-9F82-FE8825D4C751}"/>
              </a:ext>
            </a:extLst>
          </p:cNvPr>
          <p:cNvSpPr txBox="1"/>
          <p:nvPr userDrawn="1"/>
        </p:nvSpPr>
        <p:spPr>
          <a:xfrm>
            <a:off x="359999" y="6453000"/>
            <a:ext cx="5589951" cy="252000"/>
          </a:xfrm>
          <a:prstGeom prst="rect">
            <a:avLst/>
          </a:prstGeom>
        </p:spPr>
        <p:txBody>
          <a:bodyPr vert="horz" wrap="square" lIns="0" tIns="0" rIns="0" bIns="0" rtlCol="0" anchor="b">
            <a:noAutofit/>
          </a:bodyPr>
          <a:lstStyle/>
          <a:p>
            <a:pPr marL="0" marR="0" lvl="0" indent="0" algn="l" defTabSz="180000" rtl="0" eaLnBrk="1" fontAlgn="auto" latinLnBrk="0" hangingPunct="1">
              <a:lnSpc>
                <a:spcPct val="100000"/>
              </a:lnSpc>
              <a:spcBef>
                <a:spcPts val="600"/>
              </a:spcBef>
              <a:spcAft>
                <a:spcPts val="0"/>
              </a:spcAft>
              <a:buClr>
                <a:schemeClr val="accent1"/>
              </a:buClr>
              <a:buSzTx/>
              <a:buFont typeface="Arial" panose="020B0604020202020204" pitchFamily="34" charset="0"/>
              <a:buNone/>
              <a:tabLst/>
              <a:defRPr/>
            </a:pPr>
            <a:r>
              <a:rPr lang="en-US" sz="800" noProof="0">
                <a:solidFill>
                  <a:srgbClr val="63666A"/>
                </a:solidFill>
                <a:effectLst/>
                <a:latin typeface="+mj-lt"/>
                <a:ea typeface="Times New Roman" panose="02020603050405020304" pitchFamily="18" charset="0"/>
                <a:cs typeface="Times New Roman" panose="02020603050405020304" pitchFamily="18" charset="0"/>
              </a:rPr>
              <a:t>Restricted © Primetals Technologies 2021-2026. All rights reserved.</a:t>
            </a:r>
            <a:endParaRPr lang="en-US" sz="800" noProof="0" dirty="0">
              <a:solidFill>
                <a:srgbClr val="63666A"/>
              </a:solidFill>
              <a:effectLst/>
              <a:latin typeface="+mj-lt"/>
              <a:ea typeface="Times New Roman" panose="02020603050405020304" pitchFamily="18" charset="0"/>
              <a:cs typeface="Times New Roman" panose="02020603050405020304" pitchFamily="18" charset="0"/>
            </a:endParaRPr>
          </a:p>
        </p:txBody>
      </p:sp>
      <p:pic>
        <p:nvPicPr>
          <p:cNvPr id="8" name="LogoConcast" descr="Ein Bild, das Screenshot, Schrift, Schwarz, Grafiken enthält.&#10;&#10;Automatisch generierte Beschreibung" hidden="1">
            <a:extLst>
              <a:ext uri="{FF2B5EF4-FFF2-40B4-BE49-F238E27FC236}">
                <a16:creationId xmlns:a16="http://schemas.microsoft.com/office/drawing/2014/main" id="{85FBE807-F68B-CD9E-1244-260557709C85}"/>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383750" y="360363"/>
            <a:ext cx="1674000" cy="278909"/>
          </a:xfrm>
          <a:prstGeom prst="rect">
            <a:avLst/>
          </a:prstGeom>
        </p:spPr>
      </p:pic>
    </p:spTree>
    <p:extLst>
      <p:ext uri="{BB962C8B-B14F-4D97-AF65-F5344CB8AC3E}">
        <p14:creationId xmlns:p14="http://schemas.microsoft.com/office/powerpoint/2010/main" val="206103544"/>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without image">
    <p:bg>
      <p:bgRef idx="1001">
        <a:schemeClr val="bg1"/>
      </p:bgRef>
    </p:bg>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99619A9A-C93C-4C40-87C4-2803AC6EE34A}"/>
              </a:ext>
            </a:extLst>
          </p:cNvPr>
          <p:cNvGraphicFramePr>
            <a:graphicFrameLocks noChangeAspect="1"/>
          </p:cNvGraphicFramePr>
          <p:nvPr userDrawn="1">
            <p:custDataLst>
              <p:tags r:id="rId1"/>
            </p:custDataLst>
            <p:extLst>
              <p:ext uri="{D42A27DB-BD31-4B8C-83A1-F6EECF244321}">
                <p14:modId xmlns:p14="http://schemas.microsoft.com/office/powerpoint/2010/main" val="17280081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0" imgH="469" progId="TCLayout.ActiveDocument.1">
                  <p:embed/>
                </p:oleObj>
              </mc:Choice>
              <mc:Fallback>
                <p:oleObj name="think-cell Slide" r:id="rId3" imgW="470" imgH="469"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Grey area">
            <a:extLst>
              <a:ext uri="{FF2B5EF4-FFF2-40B4-BE49-F238E27FC236}">
                <a16:creationId xmlns:a16="http://schemas.microsoft.com/office/drawing/2014/main" id="{489E2F71-3B45-46BD-AD5A-41A9E669AECA}"/>
              </a:ext>
            </a:extLst>
          </p:cNvPr>
          <p:cNvSpPr/>
          <p:nvPr userDrawn="1"/>
        </p:nvSpPr>
        <p:spPr>
          <a:xfrm>
            <a:off x="3755500" y="0"/>
            <a:ext cx="8436500" cy="6786000"/>
          </a:xfrm>
          <a:custGeom>
            <a:avLst/>
            <a:gdLst>
              <a:gd name="connsiteX0" fmla="*/ 3200943 w 8436500"/>
              <a:gd name="connsiteY0" fmla="*/ 0 h 6786000"/>
              <a:gd name="connsiteX1" fmla="*/ 6384500 w 8436500"/>
              <a:gd name="connsiteY1" fmla="*/ 0 h 6786000"/>
              <a:gd name="connsiteX2" fmla="*/ 6536764 w 8436500"/>
              <a:gd name="connsiteY2" fmla="*/ 0 h 6786000"/>
              <a:gd name="connsiteX3" fmla="*/ 8436500 w 8436500"/>
              <a:gd name="connsiteY3" fmla="*/ 0 h 6786000"/>
              <a:gd name="connsiteX4" fmla="*/ 8436500 w 8436500"/>
              <a:gd name="connsiteY4" fmla="*/ 6786000 h 6786000"/>
              <a:gd name="connsiteX5" fmla="*/ 6536764 w 8436500"/>
              <a:gd name="connsiteY5" fmla="*/ 6786000 h 6786000"/>
              <a:gd name="connsiteX6" fmla="*/ 6384500 w 8436500"/>
              <a:gd name="connsiteY6" fmla="*/ 6786000 h 6786000"/>
              <a:gd name="connsiteX7" fmla="*/ 0 w 8436500"/>
              <a:gd name="connsiteY7" fmla="*/ 6786000 h 678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36500" h="6786000">
                <a:moveTo>
                  <a:pt x="3200943" y="0"/>
                </a:moveTo>
                <a:lnTo>
                  <a:pt x="6384500" y="0"/>
                </a:lnTo>
                <a:lnTo>
                  <a:pt x="6536764" y="0"/>
                </a:lnTo>
                <a:lnTo>
                  <a:pt x="8436500" y="0"/>
                </a:lnTo>
                <a:lnTo>
                  <a:pt x="8436500" y="6786000"/>
                </a:lnTo>
                <a:lnTo>
                  <a:pt x="6536764" y="6786000"/>
                </a:lnTo>
                <a:lnTo>
                  <a:pt x="6384500" y="6786000"/>
                </a:lnTo>
                <a:lnTo>
                  <a:pt x="0" y="6786000"/>
                </a:lnTo>
                <a:close/>
              </a:path>
            </a:pathLst>
          </a:custGeom>
          <a:solidFill>
            <a:srgbClr val="ECECE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noProof="0"/>
          </a:p>
        </p:txBody>
      </p:sp>
      <p:sp>
        <p:nvSpPr>
          <p:cNvPr id="20" name="Line">
            <a:extLst>
              <a:ext uri="{FF2B5EF4-FFF2-40B4-BE49-F238E27FC236}">
                <a16:creationId xmlns:a16="http://schemas.microsoft.com/office/drawing/2014/main" id="{81382D21-AC1A-4AB6-B071-B6781378006C}"/>
              </a:ext>
            </a:extLst>
          </p:cNvPr>
          <p:cNvSpPr/>
          <p:nvPr userDrawn="1"/>
        </p:nvSpPr>
        <p:spPr>
          <a:xfrm>
            <a:off x="-2" y="6786000"/>
            <a:ext cx="12192001" cy="7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noProof="0"/>
          </a:p>
        </p:txBody>
      </p:sp>
      <p:sp>
        <p:nvSpPr>
          <p:cNvPr id="6" name="Pagenumber">
            <a:extLst>
              <a:ext uri="{FF2B5EF4-FFF2-40B4-BE49-F238E27FC236}">
                <a16:creationId xmlns:a16="http://schemas.microsoft.com/office/drawing/2014/main" id="{4521DC1A-5FFF-4D49-B604-A438859A45DC}"/>
              </a:ext>
            </a:extLst>
          </p:cNvPr>
          <p:cNvSpPr>
            <a:spLocks noGrp="1"/>
          </p:cNvSpPr>
          <p:nvPr>
            <p:ph type="sldNum" sz="quarter" idx="12"/>
          </p:nvPr>
        </p:nvSpPr>
        <p:spPr/>
        <p:txBody>
          <a:bodyPr/>
          <a:lstStyle>
            <a:lvl1pPr rtl="0">
              <a:defRPr/>
            </a:lvl1pPr>
          </a:lstStyle>
          <a:p>
            <a:fld id="{0CE2C118-78B0-4948-9692-2E57815A59D4}" type="slidenum">
              <a:rPr lang="en-US" noProof="0" smtClean="0"/>
              <a:pPr/>
              <a:t>‹#›</a:t>
            </a:fld>
            <a:endParaRPr lang="en-US" noProof="0" dirty="0"/>
          </a:p>
        </p:txBody>
      </p:sp>
      <p:sp>
        <p:nvSpPr>
          <p:cNvPr id="5" name="Footer">
            <a:extLst>
              <a:ext uri="{FF2B5EF4-FFF2-40B4-BE49-F238E27FC236}">
                <a16:creationId xmlns:a16="http://schemas.microsoft.com/office/drawing/2014/main" id="{E7AB1831-97F3-4703-A327-4D452DA76F40}"/>
              </a:ext>
            </a:extLst>
          </p:cNvPr>
          <p:cNvSpPr>
            <a:spLocks noGrp="1"/>
          </p:cNvSpPr>
          <p:nvPr>
            <p:ph type="ftr" sz="quarter" idx="11"/>
          </p:nvPr>
        </p:nvSpPr>
        <p:spPr/>
        <p:txBody>
          <a:bodyPr/>
          <a:lstStyle>
            <a:lvl1pPr rtl="0">
              <a:defRPr/>
            </a:lvl1pPr>
          </a:lstStyle>
          <a:p>
            <a:r>
              <a:rPr lang="en-US" noProof="0"/>
              <a:t>YeJun Kim / SM JP INT</a:t>
            </a:r>
          </a:p>
        </p:txBody>
      </p:sp>
      <p:sp>
        <p:nvSpPr>
          <p:cNvPr id="4" name="Date">
            <a:extLst>
              <a:ext uri="{FF2B5EF4-FFF2-40B4-BE49-F238E27FC236}">
                <a16:creationId xmlns:a16="http://schemas.microsoft.com/office/drawing/2014/main" id="{DE35950F-54DA-44CE-A797-0B8F97D04EE3}"/>
              </a:ext>
            </a:extLst>
          </p:cNvPr>
          <p:cNvSpPr>
            <a:spLocks noGrp="1"/>
          </p:cNvSpPr>
          <p:nvPr>
            <p:ph type="dt" sz="half" idx="10"/>
          </p:nvPr>
        </p:nvSpPr>
        <p:spPr/>
        <p:txBody>
          <a:bodyPr/>
          <a:lstStyle>
            <a:lvl1pPr rtl="0">
              <a:defRPr/>
            </a:lvl1pPr>
          </a:lstStyle>
          <a:p>
            <a:r>
              <a:rPr lang="de-DE" noProof="0"/>
              <a:t>2026-07-01</a:t>
            </a:r>
            <a:endParaRPr lang="en-US" noProof="0" dirty="0"/>
          </a:p>
        </p:txBody>
      </p:sp>
      <p:sp>
        <p:nvSpPr>
          <p:cNvPr id="11" name="Presenter name">
            <a:extLst>
              <a:ext uri="{FF2B5EF4-FFF2-40B4-BE49-F238E27FC236}">
                <a16:creationId xmlns:a16="http://schemas.microsoft.com/office/drawing/2014/main" id="{9A5833E2-7B10-4858-83E0-CEFC1DFEC130}"/>
              </a:ext>
            </a:extLst>
          </p:cNvPr>
          <p:cNvSpPr>
            <a:spLocks noGrp="1"/>
          </p:cNvSpPr>
          <p:nvPr>
            <p:ph type="body" sz="quarter" idx="13" hasCustomPrompt="1"/>
          </p:nvPr>
        </p:nvSpPr>
        <p:spPr>
          <a:xfrm>
            <a:off x="358775" y="5342036"/>
            <a:ext cx="3240000" cy="973138"/>
          </a:xfrm>
        </p:spPr>
        <p:txBody>
          <a:bodyPr anchor="b"/>
          <a:lstStyle>
            <a:lvl1pPr marL="0" indent="0" rtl="0">
              <a:lnSpc>
                <a:spcPct val="100000"/>
              </a:lnSpc>
              <a:spcBef>
                <a:spcPts val="0"/>
              </a:spcBef>
              <a:buNone/>
              <a:defRPr sz="1400">
                <a:solidFill>
                  <a:srgbClr val="63666A"/>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dirty="0"/>
              <a:t>Name of first presenter, Position</a:t>
            </a:r>
            <a:br>
              <a:rPr lang="en-US" noProof="0" dirty="0"/>
            </a:br>
            <a:r>
              <a:rPr lang="en-US" noProof="0" dirty="0"/>
              <a:t>Name of second presenter, Position</a:t>
            </a:r>
          </a:p>
        </p:txBody>
      </p:sp>
      <p:sp>
        <p:nvSpPr>
          <p:cNvPr id="3" name="Subtitle">
            <a:extLst>
              <a:ext uri="{FF2B5EF4-FFF2-40B4-BE49-F238E27FC236}">
                <a16:creationId xmlns:a16="http://schemas.microsoft.com/office/drawing/2014/main" id="{F4D3B3BB-AF97-44E4-93CB-E633FD1DEF34}"/>
              </a:ext>
            </a:extLst>
          </p:cNvPr>
          <p:cNvSpPr>
            <a:spLocks noGrp="1"/>
          </p:cNvSpPr>
          <p:nvPr>
            <p:ph type="subTitle" idx="1" hasCustomPrompt="1"/>
          </p:nvPr>
        </p:nvSpPr>
        <p:spPr>
          <a:xfrm>
            <a:off x="360000" y="2808000"/>
            <a:ext cx="4680000" cy="928800"/>
          </a:xfrm>
        </p:spPr>
        <p:txBody>
          <a:bodyPr/>
          <a:lstStyle>
            <a:lvl1pPr marL="0" indent="0" algn="l" rtl="0">
              <a:buNone/>
              <a:defRPr sz="1700" cap="all"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dirty="0"/>
              <a:t>Subtitle of the presentation</a:t>
            </a:r>
          </a:p>
        </p:txBody>
      </p:sp>
      <p:sp>
        <p:nvSpPr>
          <p:cNvPr id="2" name="Title">
            <a:extLst>
              <a:ext uri="{FF2B5EF4-FFF2-40B4-BE49-F238E27FC236}">
                <a16:creationId xmlns:a16="http://schemas.microsoft.com/office/drawing/2014/main" id="{8B286E26-40BF-4531-8528-9E90C2A3A52A}"/>
              </a:ext>
            </a:extLst>
          </p:cNvPr>
          <p:cNvSpPr>
            <a:spLocks noGrp="1"/>
          </p:cNvSpPr>
          <p:nvPr>
            <p:ph type="ctrTitle" hasCustomPrompt="1"/>
          </p:nvPr>
        </p:nvSpPr>
        <p:spPr>
          <a:xfrm>
            <a:off x="360000" y="1800000"/>
            <a:ext cx="4680000" cy="928889"/>
          </a:xfrm>
        </p:spPr>
        <p:txBody>
          <a:bodyPr vert="horz" anchor="t">
            <a:noAutofit/>
          </a:bodyPr>
          <a:lstStyle>
            <a:lvl1pPr algn="l" rtl="0">
              <a:defRPr sz="3200" cap="all" baseline="0">
                <a:latin typeface="+mj-lt"/>
              </a:defRPr>
            </a:lvl1pPr>
          </a:lstStyle>
          <a:p>
            <a:r>
              <a:rPr lang="en-US" noProof="0" dirty="0"/>
              <a:t>Title of the presentation</a:t>
            </a:r>
          </a:p>
        </p:txBody>
      </p:sp>
      <p:pic>
        <p:nvPicPr>
          <p:cNvPr id="7" name="Logo">
            <a:extLst>
              <a:ext uri="{FF2B5EF4-FFF2-40B4-BE49-F238E27FC236}">
                <a16:creationId xmlns:a16="http://schemas.microsoft.com/office/drawing/2014/main" id="{37E3A49A-F846-4410-A862-790675AAC255}"/>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59238" y="320400"/>
            <a:ext cx="1674000" cy="424119"/>
          </a:xfrm>
          <a:prstGeom prst="rect">
            <a:avLst/>
          </a:prstGeom>
        </p:spPr>
      </p:pic>
      <p:sp>
        <p:nvSpPr>
          <p:cNvPr id="12" name="CopyrightSlideMasterPT">
            <a:extLst>
              <a:ext uri="{FF2B5EF4-FFF2-40B4-BE49-F238E27FC236}">
                <a16:creationId xmlns:a16="http://schemas.microsoft.com/office/drawing/2014/main" id="{11A2EDB7-4AAC-444A-A1B6-F84F8CEE574A}"/>
              </a:ext>
            </a:extLst>
          </p:cNvPr>
          <p:cNvSpPr txBox="1"/>
          <p:nvPr userDrawn="1"/>
        </p:nvSpPr>
        <p:spPr>
          <a:xfrm>
            <a:off x="359999" y="6453000"/>
            <a:ext cx="5589951" cy="252000"/>
          </a:xfrm>
          <a:prstGeom prst="rect">
            <a:avLst/>
          </a:prstGeom>
        </p:spPr>
        <p:txBody>
          <a:bodyPr vert="horz" wrap="square" lIns="0" tIns="0" rIns="0" bIns="0" rtlCol="0" anchor="b">
            <a:noAutofit/>
          </a:bodyPr>
          <a:lstStyle/>
          <a:p>
            <a:pPr marL="0" marR="0" lvl="0" indent="0" algn="l" defTabSz="180000" rtl="0" eaLnBrk="1" fontAlgn="auto" latinLnBrk="0" hangingPunct="1">
              <a:lnSpc>
                <a:spcPct val="100000"/>
              </a:lnSpc>
              <a:spcBef>
                <a:spcPts val="600"/>
              </a:spcBef>
              <a:spcAft>
                <a:spcPts val="0"/>
              </a:spcAft>
              <a:buClr>
                <a:schemeClr val="accent1"/>
              </a:buClr>
              <a:buSzTx/>
              <a:buFont typeface="Arial" panose="020B0604020202020204" pitchFamily="34" charset="0"/>
              <a:buNone/>
              <a:tabLst/>
              <a:defRPr/>
            </a:pPr>
            <a:r>
              <a:rPr lang="en-US" sz="800" noProof="0">
                <a:solidFill>
                  <a:srgbClr val="63666A"/>
                </a:solidFill>
                <a:effectLst/>
                <a:latin typeface="+mj-lt"/>
                <a:ea typeface="Times New Roman" panose="02020603050405020304" pitchFamily="18" charset="0"/>
                <a:cs typeface="Times New Roman" panose="02020603050405020304" pitchFamily="18" charset="0"/>
              </a:rPr>
              <a:t>Restricted © Primetals Technologies 2021-2026. All rights reserved.</a:t>
            </a:r>
            <a:endParaRPr lang="en-US" sz="800" noProof="0" dirty="0">
              <a:solidFill>
                <a:srgbClr val="63666A"/>
              </a:solidFill>
              <a:effectLst/>
              <a:latin typeface="+mj-lt"/>
              <a:ea typeface="Times New Roman" panose="02020603050405020304" pitchFamily="18" charset="0"/>
              <a:cs typeface="Times New Roman" panose="02020603050405020304" pitchFamily="18" charset="0"/>
            </a:endParaRPr>
          </a:p>
        </p:txBody>
      </p:sp>
      <p:pic>
        <p:nvPicPr>
          <p:cNvPr id="8" name="LogoConcast" descr="Ein Bild, das Screenshot, Schrift, Schwarz, Grafiken enthält.&#10;&#10;Automatisch generierte Beschreibung" hidden="1">
            <a:extLst>
              <a:ext uri="{FF2B5EF4-FFF2-40B4-BE49-F238E27FC236}">
                <a16:creationId xmlns:a16="http://schemas.microsoft.com/office/drawing/2014/main" id="{7BEA7459-0543-22E7-D1BF-E32A0E3C28BD}"/>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383750" y="360363"/>
            <a:ext cx="1674000" cy="278909"/>
          </a:xfrm>
          <a:prstGeom prst="rect">
            <a:avLst/>
          </a:prstGeom>
        </p:spPr>
      </p:pic>
    </p:spTree>
    <p:extLst>
      <p:ext uri="{BB962C8B-B14F-4D97-AF65-F5344CB8AC3E}">
        <p14:creationId xmlns:p14="http://schemas.microsoft.com/office/powerpoint/2010/main" val="830786069"/>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pter title with image">
    <p:spTree>
      <p:nvGrpSpPr>
        <p:cNvPr id="1" name=""/>
        <p:cNvGrpSpPr/>
        <p:nvPr/>
      </p:nvGrpSpPr>
      <p:grpSpPr>
        <a:xfrm>
          <a:off x="0" y="0"/>
          <a:ext cx="0" cy="0"/>
          <a:chOff x="0" y="0"/>
          <a:chExt cx="0" cy="0"/>
        </a:xfrm>
      </p:grpSpPr>
      <p:sp>
        <p:nvSpPr>
          <p:cNvPr id="9" name="Image">
            <a:extLst>
              <a:ext uri="{FF2B5EF4-FFF2-40B4-BE49-F238E27FC236}">
                <a16:creationId xmlns:a16="http://schemas.microsoft.com/office/drawing/2014/main" id="{3F6CB2A9-5764-4D04-8FDA-A499E2E7DE64}"/>
              </a:ext>
            </a:extLst>
          </p:cNvPr>
          <p:cNvSpPr>
            <a:spLocks noGrp="1"/>
          </p:cNvSpPr>
          <p:nvPr>
            <p:ph type="pic" sz="quarter" idx="14" hasCustomPrompt="1"/>
          </p:nvPr>
        </p:nvSpPr>
        <p:spPr>
          <a:xfrm>
            <a:off x="5664000" y="0"/>
            <a:ext cx="6528000" cy="6786000"/>
          </a:xfrm>
          <a:custGeom>
            <a:avLst/>
            <a:gdLst>
              <a:gd name="connsiteX0" fmla="*/ 3204500 w 6528000"/>
              <a:gd name="connsiteY0" fmla="*/ 0 h 6786000"/>
              <a:gd name="connsiteX1" fmla="*/ 6528000 w 6528000"/>
              <a:gd name="connsiteY1" fmla="*/ 0 h 6786000"/>
              <a:gd name="connsiteX2" fmla="*/ 6528000 w 6528000"/>
              <a:gd name="connsiteY2" fmla="*/ 6786000 h 6786000"/>
              <a:gd name="connsiteX3" fmla="*/ 0 w 6528000"/>
              <a:gd name="connsiteY3" fmla="*/ 6786000 h 6786000"/>
            </a:gdLst>
            <a:ahLst/>
            <a:cxnLst>
              <a:cxn ang="0">
                <a:pos x="connsiteX0" y="connsiteY0"/>
              </a:cxn>
              <a:cxn ang="0">
                <a:pos x="connsiteX1" y="connsiteY1"/>
              </a:cxn>
              <a:cxn ang="0">
                <a:pos x="connsiteX2" y="connsiteY2"/>
              </a:cxn>
              <a:cxn ang="0">
                <a:pos x="connsiteX3" y="connsiteY3"/>
              </a:cxn>
            </a:cxnLst>
            <a:rect l="l" t="t" r="r" b="b"/>
            <a:pathLst>
              <a:path w="6528000" h="6786000">
                <a:moveTo>
                  <a:pt x="3204500" y="0"/>
                </a:moveTo>
                <a:lnTo>
                  <a:pt x="6528000" y="0"/>
                </a:lnTo>
                <a:lnTo>
                  <a:pt x="6528000" y="6786000"/>
                </a:lnTo>
                <a:lnTo>
                  <a:pt x="0" y="6786000"/>
                </a:lnTo>
                <a:close/>
              </a:path>
            </a:pathLst>
          </a:custGeom>
          <a:solidFill>
            <a:srgbClr val="ECECED"/>
          </a:solidFill>
        </p:spPr>
        <p:txBody>
          <a:bodyPr wrap="square" anchor="ctr">
            <a:noAutofit/>
          </a:bodyPr>
          <a:lstStyle>
            <a:lvl1pPr marL="0" indent="0" algn="ctr" rtl="0">
              <a:buNone/>
              <a:defRPr>
                <a:solidFill>
                  <a:schemeClr val="tx2"/>
                </a:solidFill>
              </a:defRPr>
            </a:lvl1pPr>
          </a:lstStyle>
          <a:p>
            <a:r>
              <a:rPr lang="en-US" noProof="0" dirty="0"/>
              <a:t>Click to add image</a:t>
            </a:r>
          </a:p>
        </p:txBody>
      </p:sp>
      <p:graphicFrame>
        <p:nvGraphicFramePr>
          <p:cNvPr id="8" name="Object 7" hidden="1">
            <a:extLst>
              <a:ext uri="{FF2B5EF4-FFF2-40B4-BE49-F238E27FC236}">
                <a16:creationId xmlns:a16="http://schemas.microsoft.com/office/drawing/2014/main" id="{850C0614-6BAA-47BF-8C75-64CAA2FCB567}"/>
              </a:ext>
            </a:extLst>
          </p:cNvPr>
          <p:cNvGraphicFramePr>
            <a:graphicFrameLocks noChangeAspect="1"/>
          </p:cNvGraphicFramePr>
          <p:nvPr userDrawn="1">
            <p:custDataLst>
              <p:tags r:id="rId1"/>
            </p:custDataLst>
            <p:extLst>
              <p:ext uri="{D42A27DB-BD31-4B8C-83A1-F6EECF244321}">
                <p14:modId xmlns:p14="http://schemas.microsoft.com/office/powerpoint/2010/main" val="1678589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0" imgH="469" progId="TCLayout.ActiveDocument.1">
                  <p:embed/>
                </p:oleObj>
              </mc:Choice>
              <mc:Fallback>
                <p:oleObj name="think-cell Slide" r:id="rId3" imgW="470" imgH="469" progId="TCLayout.ActiveDocument.1">
                  <p:embed/>
                  <p:pic>
                    <p:nvPicPr>
                      <p:cNvPr id="8" name="Object 7" hidden="1">
                        <a:extLst>
                          <a:ext uri="{FF2B5EF4-FFF2-40B4-BE49-F238E27FC236}">
                            <a16:creationId xmlns:a16="http://schemas.microsoft.com/office/drawing/2014/main" id="{850C0614-6BAA-47BF-8C75-64CAA2FCB56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Pagenumber">
            <a:extLst>
              <a:ext uri="{FF2B5EF4-FFF2-40B4-BE49-F238E27FC236}">
                <a16:creationId xmlns:a16="http://schemas.microsoft.com/office/drawing/2014/main" id="{C7B6EE6F-2C95-4631-9CB0-AC96B2FF3C2C}"/>
              </a:ext>
            </a:extLst>
          </p:cNvPr>
          <p:cNvSpPr>
            <a:spLocks noGrp="1"/>
          </p:cNvSpPr>
          <p:nvPr>
            <p:ph type="sldNum" sz="quarter" idx="12"/>
          </p:nvPr>
        </p:nvSpPr>
        <p:spPr/>
        <p:txBody>
          <a:bodyPr/>
          <a:lstStyle>
            <a:lvl1pPr rtl="0">
              <a:defRPr>
                <a:solidFill>
                  <a:schemeClr val="bg1"/>
                </a:solidFill>
              </a:defRPr>
            </a:lvl1pPr>
          </a:lstStyle>
          <a:p>
            <a:fld id="{0CE2C118-78B0-4948-9692-2E57815A59D4}" type="slidenum">
              <a:rPr lang="en-US" noProof="0" smtClean="0"/>
              <a:pPr/>
              <a:t>‹#›</a:t>
            </a:fld>
            <a:endParaRPr lang="en-US" noProof="0" dirty="0"/>
          </a:p>
        </p:txBody>
      </p:sp>
      <p:sp>
        <p:nvSpPr>
          <p:cNvPr id="5" name="Footer">
            <a:extLst>
              <a:ext uri="{FF2B5EF4-FFF2-40B4-BE49-F238E27FC236}">
                <a16:creationId xmlns:a16="http://schemas.microsoft.com/office/drawing/2014/main" id="{A72CC02F-999C-499D-82E0-F7E936452FF7}"/>
              </a:ext>
            </a:extLst>
          </p:cNvPr>
          <p:cNvSpPr>
            <a:spLocks noGrp="1"/>
          </p:cNvSpPr>
          <p:nvPr>
            <p:ph type="ftr" sz="quarter" idx="11"/>
          </p:nvPr>
        </p:nvSpPr>
        <p:spPr/>
        <p:txBody>
          <a:bodyPr/>
          <a:lstStyle>
            <a:lvl1pPr rtl="0">
              <a:defRPr>
                <a:solidFill>
                  <a:schemeClr val="bg1"/>
                </a:solidFill>
              </a:defRPr>
            </a:lvl1pPr>
          </a:lstStyle>
          <a:p>
            <a:r>
              <a:rPr lang="en-US" noProof="0"/>
              <a:t>YeJun Kim / SM JP INT</a:t>
            </a:r>
          </a:p>
        </p:txBody>
      </p:sp>
      <p:sp>
        <p:nvSpPr>
          <p:cNvPr id="4" name="Date">
            <a:extLst>
              <a:ext uri="{FF2B5EF4-FFF2-40B4-BE49-F238E27FC236}">
                <a16:creationId xmlns:a16="http://schemas.microsoft.com/office/drawing/2014/main" id="{413E1321-A8ED-4A8C-AF4A-45EE9BC37915}"/>
              </a:ext>
            </a:extLst>
          </p:cNvPr>
          <p:cNvSpPr>
            <a:spLocks noGrp="1"/>
          </p:cNvSpPr>
          <p:nvPr>
            <p:ph type="dt" sz="half" idx="10"/>
          </p:nvPr>
        </p:nvSpPr>
        <p:spPr/>
        <p:txBody>
          <a:bodyPr/>
          <a:lstStyle>
            <a:lvl1pPr rtl="0">
              <a:defRPr>
                <a:solidFill>
                  <a:schemeClr val="bg1"/>
                </a:solidFill>
              </a:defRPr>
            </a:lvl1pPr>
          </a:lstStyle>
          <a:p>
            <a:r>
              <a:rPr lang="de-DE" noProof="0"/>
              <a:t>2026-07-01</a:t>
            </a:r>
            <a:endParaRPr lang="en-US" noProof="0" dirty="0"/>
          </a:p>
        </p:txBody>
      </p:sp>
      <p:sp>
        <p:nvSpPr>
          <p:cNvPr id="3" name="Subtitle">
            <a:extLst>
              <a:ext uri="{FF2B5EF4-FFF2-40B4-BE49-F238E27FC236}">
                <a16:creationId xmlns:a16="http://schemas.microsoft.com/office/drawing/2014/main" id="{824837E6-2EDC-480D-B4C1-86B27D59924C}"/>
              </a:ext>
            </a:extLst>
          </p:cNvPr>
          <p:cNvSpPr>
            <a:spLocks noGrp="1"/>
          </p:cNvSpPr>
          <p:nvPr>
            <p:ph type="body" idx="1" hasCustomPrompt="1"/>
          </p:nvPr>
        </p:nvSpPr>
        <p:spPr>
          <a:xfrm>
            <a:off x="360000" y="2808000"/>
            <a:ext cx="5590800" cy="928800"/>
          </a:xfrm>
        </p:spPr>
        <p:txBody>
          <a:bodyPr/>
          <a:lstStyle>
            <a:lvl1pPr marL="0" indent="0" rtl="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dirty="0"/>
              <a:t>Subtitle of the Chapter</a:t>
            </a:r>
          </a:p>
        </p:txBody>
      </p:sp>
      <p:sp>
        <p:nvSpPr>
          <p:cNvPr id="2" name="Title">
            <a:extLst>
              <a:ext uri="{FF2B5EF4-FFF2-40B4-BE49-F238E27FC236}">
                <a16:creationId xmlns:a16="http://schemas.microsoft.com/office/drawing/2014/main" id="{86D56DF5-E537-48ED-A812-F32E9A1D7A2D}"/>
              </a:ext>
            </a:extLst>
          </p:cNvPr>
          <p:cNvSpPr>
            <a:spLocks noGrp="1"/>
          </p:cNvSpPr>
          <p:nvPr>
            <p:ph type="title" hasCustomPrompt="1"/>
          </p:nvPr>
        </p:nvSpPr>
        <p:spPr>
          <a:xfrm>
            <a:off x="360000" y="1800000"/>
            <a:ext cx="5590800" cy="886397"/>
          </a:xfrm>
        </p:spPr>
        <p:txBody>
          <a:bodyPr vert="horz" wrap="square" anchor="t">
            <a:noAutofit/>
          </a:bodyPr>
          <a:lstStyle>
            <a:lvl1pPr rtl="0">
              <a:defRPr sz="3200">
                <a:solidFill>
                  <a:schemeClr val="tx1"/>
                </a:solidFill>
              </a:defRPr>
            </a:lvl1pPr>
          </a:lstStyle>
          <a:p>
            <a:r>
              <a:rPr lang="en-US" noProof="0" dirty="0"/>
              <a:t>Title of </a:t>
            </a:r>
            <a:br>
              <a:rPr lang="en-US" noProof="0" dirty="0"/>
            </a:br>
            <a:r>
              <a:rPr lang="en-US" noProof="0" dirty="0"/>
              <a:t>the Chapter</a:t>
            </a:r>
          </a:p>
        </p:txBody>
      </p:sp>
      <p:pic>
        <p:nvPicPr>
          <p:cNvPr id="10" name="Logo">
            <a:extLst>
              <a:ext uri="{FF2B5EF4-FFF2-40B4-BE49-F238E27FC236}">
                <a16:creationId xmlns:a16="http://schemas.microsoft.com/office/drawing/2014/main" id="{C8434A4F-51C2-4591-99E1-1B9E72ACC65F}"/>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359238" y="320400"/>
            <a:ext cx="1674000" cy="424119"/>
          </a:xfrm>
          <a:prstGeom prst="rect">
            <a:avLst/>
          </a:prstGeom>
        </p:spPr>
      </p:pic>
      <p:sp>
        <p:nvSpPr>
          <p:cNvPr id="11" name="Line">
            <a:extLst>
              <a:ext uri="{FF2B5EF4-FFF2-40B4-BE49-F238E27FC236}">
                <a16:creationId xmlns:a16="http://schemas.microsoft.com/office/drawing/2014/main" id="{53517991-12DF-43FA-9708-937CE34A7B11}"/>
              </a:ext>
            </a:extLst>
          </p:cNvPr>
          <p:cNvSpPr/>
          <p:nvPr userDrawn="1"/>
        </p:nvSpPr>
        <p:spPr>
          <a:xfrm>
            <a:off x="-2" y="6786000"/>
            <a:ext cx="12192001" cy="7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noProof="0"/>
          </a:p>
        </p:txBody>
      </p:sp>
      <p:pic>
        <p:nvPicPr>
          <p:cNvPr id="7" name="LogoConcast" descr="Ein Bild, das Screenshot, Schrift, Schwarz, Grafiken enthält.&#10;&#10;Automatisch generierte Beschreibung" hidden="1">
            <a:extLst>
              <a:ext uri="{FF2B5EF4-FFF2-40B4-BE49-F238E27FC236}">
                <a16:creationId xmlns:a16="http://schemas.microsoft.com/office/drawing/2014/main" id="{6F655DB6-7750-67A4-5F0D-BF9B01EDAD8F}"/>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383750" y="360363"/>
            <a:ext cx="1674000" cy="278909"/>
          </a:xfrm>
          <a:prstGeom prst="rect">
            <a:avLst/>
          </a:prstGeom>
        </p:spPr>
      </p:pic>
    </p:spTree>
    <p:extLst>
      <p:ext uri="{BB962C8B-B14F-4D97-AF65-F5344CB8AC3E}">
        <p14:creationId xmlns:p14="http://schemas.microsoft.com/office/powerpoint/2010/main" val="5362213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hapter title without image">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B2AA2208-B51A-4AA4-BE02-C8961643326F}"/>
              </a:ext>
            </a:extLst>
          </p:cNvPr>
          <p:cNvGraphicFramePr>
            <a:graphicFrameLocks noChangeAspect="1"/>
          </p:cNvGraphicFramePr>
          <p:nvPr userDrawn="1">
            <p:custDataLst>
              <p:tags r:id="rId1"/>
            </p:custDataLst>
            <p:extLst>
              <p:ext uri="{D42A27DB-BD31-4B8C-83A1-F6EECF244321}">
                <p14:modId xmlns:p14="http://schemas.microsoft.com/office/powerpoint/2010/main" val="298897600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0" imgH="469" progId="TCLayout.ActiveDocument.1">
                  <p:embed/>
                </p:oleObj>
              </mc:Choice>
              <mc:Fallback>
                <p:oleObj name="think-cell Slide" r:id="rId3" imgW="470" imgH="469" progId="TCLayout.ActiveDocument.1">
                  <p:embed/>
                  <p:pic>
                    <p:nvPicPr>
                      <p:cNvPr id="8" name="Object 7" hidden="1">
                        <a:extLst>
                          <a:ext uri="{FF2B5EF4-FFF2-40B4-BE49-F238E27FC236}">
                            <a16:creationId xmlns:a16="http://schemas.microsoft.com/office/drawing/2014/main" id="{B2AA2208-B51A-4AA4-BE02-C8961643326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Grey area">
            <a:extLst>
              <a:ext uri="{FF2B5EF4-FFF2-40B4-BE49-F238E27FC236}">
                <a16:creationId xmlns:a16="http://schemas.microsoft.com/office/drawing/2014/main" id="{99CDC2AC-40A7-4BE8-ACB9-9F90F51BCBC4}"/>
              </a:ext>
            </a:extLst>
          </p:cNvPr>
          <p:cNvSpPr/>
          <p:nvPr userDrawn="1"/>
        </p:nvSpPr>
        <p:spPr>
          <a:xfrm>
            <a:off x="5655236" y="0"/>
            <a:ext cx="6536764" cy="6786000"/>
          </a:xfrm>
          <a:custGeom>
            <a:avLst/>
            <a:gdLst>
              <a:gd name="connsiteX0" fmla="*/ 3200943 w 6536764"/>
              <a:gd name="connsiteY0" fmla="*/ 0 h 6786000"/>
              <a:gd name="connsiteX1" fmla="*/ 6536764 w 6536764"/>
              <a:gd name="connsiteY1" fmla="*/ 0 h 6786000"/>
              <a:gd name="connsiteX2" fmla="*/ 6536764 w 6536764"/>
              <a:gd name="connsiteY2" fmla="*/ 6786000 h 6786000"/>
              <a:gd name="connsiteX3" fmla="*/ 0 w 6536764"/>
              <a:gd name="connsiteY3" fmla="*/ 6786000 h 6786000"/>
            </a:gdLst>
            <a:ahLst/>
            <a:cxnLst>
              <a:cxn ang="0">
                <a:pos x="connsiteX0" y="connsiteY0"/>
              </a:cxn>
              <a:cxn ang="0">
                <a:pos x="connsiteX1" y="connsiteY1"/>
              </a:cxn>
              <a:cxn ang="0">
                <a:pos x="connsiteX2" y="connsiteY2"/>
              </a:cxn>
              <a:cxn ang="0">
                <a:pos x="connsiteX3" y="connsiteY3"/>
              </a:cxn>
            </a:cxnLst>
            <a:rect l="l" t="t" r="r" b="b"/>
            <a:pathLst>
              <a:path w="6536764" h="6786000">
                <a:moveTo>
                  <a:pt x="3200943" y="0"/>
                </a:moveTo>
                <a:lnTo>
                  <a:pt x="6536764" y="0"/>
                </a:lnTo>
                <a:lnTo>
                  <a:pt x="6536764" y="6786000"/>
                </a:lnTo>
                <a:lnTo>
                  <a:pt x="0" y="6786000"/>
                </a:lnTo>
                <a:close/>
              </a:path>
            </a:pathLst>
          </a:custGeom>
          <a:solidFill>
            <a:srgbClr val="ECECE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noProof="0"/>
          </a:p>
        </p:txBody>
      </p:sp>
      <p:sp>
        <p:nvSpPr>
          <p:cNvPr id="6" name="Pagenumber">
            <a:extLst>
              <a:ext uri="{FF2B5EF4-FFF2-40B4-BE49-F238E27FC236}">
                <a16:creationId xmlns:a16="http://schemas.microsoft.com/office/drawing/2014/main" id="{C7B6EE6F-2C95-4631-9CB0-AC96B2FF3C2C}"/>
              </a:ext>
            </a:extLst>
          </p:cNvPr>
          <p:cNvSpPr>
            <a:spLocks noGrp="1"/>
          </p:cNvSpPr>
          <p:nvPr>
            <p:ph type="sldNum" sz="quarter" idx="12"/>
          </p:nvPr>
        </p:nvSpPr>
        <p:spPr/>
        <p:txBody>
          <a:bodyPr/>
          <a:lstStyle>
            <a:lvl1pPr rtl="0">
              <a:defRPr>
                <a:solidFill>
                  <a:srgbClr val="63666A"/>
                </a:solidFill>
              </a:defRPr>
            </a:lvl1pPr>
          </a:lstStyle>
          <a:p>
            <a:fld id="{0CE2C118-78B0-4948-9692-2E57815A59D4}" type="slidenum">
              <a:rPr lang="en-US" noProof="0" smtClean="0"/>
              <a:pPr/>
              <a:t>‹#›</a:t>
            </a:fld>
            <a:endParaRPr lang="en-US" noProof="0" dirty="0"/>
          </a:p>
        </p:txBody>
      </p:sp>
      <p:sp>
        <p:nvSpPr>
          <p:cNvPr id="5" name="Footer">
            <a:extLst>
              <a:ext uri="{FF2B5EF4-FFF2-40B4-BE49-F238E27FC236}">
                <a16:creationId xmlns:a16="http://schemas.microsoft.com/office/drawing/2014/main" id="{A72CC02F-999C-499D-82E0-F7E936452FF7}"/>
              </a:ext>
            </a:extLst>
          </p:cNvPr>
          <p:cNvSpPr>
            <a:spLocks noGrp="1"/>
          </p:cNvSpPr>
          <p:nvPr>
            <p:ph type="ftr" sz="quarter" idx="11"/>
          </p:nvPr>
        </p:nvSpPr>
        <p:spPr/>
        <p:txBody>
          <a:bodyPr/>
          <a:lstStyle>
            <a:lvl1pPr rtl="0">
              <a:defRPr>
                <a:solidFill>
                  <a:srgbClr val="63666A"/>
                </a:solidFill>
              </a:defRPr>
            </a:lvl1pPr>
          </a:lstStyle>
          <a:p>
            <a:r>
              <a:rPr lang="en-US" noProof="0"/>
              <a:t>YeJun Kim / SM JP INT</a:t>
            </a:r>
          </a:p>
        </p:txBody>
      </p:sp>
      <p:sp>
        <p:nvSpPr>
          <p:cNvPr id="4" name="Date">
            <a:extLst>
              <a:ext uri="{FF2B5EF4-FFF2-40B4-BE49-F238E27FC236}">
                <a16:creationId xmlns:a16="http://schemas.microsoft.com/office/drawing/2014/main" id="{413E1321-A8ED-4A8C-AF4A-45EE9BC37915}"/>
              </a:ext>
            </a:extLst>
          </p:cNvPr>
          <p:cNvSpPr>
            <a:spLocks noGrp="1"/>
          </p:cNvSpPr>
          <p:nvPr>
            <p:ph type="dt" sz="half" idx="10"/>
          </p:nvPr>
        </p:nvSpPr>
        <p:spPr/>
        <p:txBody>
          <a:bodyPr/>
          <a:lstStyle>
            <a:lvl1pPr rtl="0">
              <a:defRPr/>
            </a:lvl1pPr>
          </a:lstStyle>
          <a:p>
            <a:r>
              <a:rPr lang="de-DE" noProof="0"/>
              <a:t>2026-07-01</a:t>
            </a:r>
            <a:endParaRPr lang="en-US" noProof="0" dirty="0"/>
          </a:p>
        </p:txBody>
      </p:sp>
      <p:sp>
        <p:nvSpPr>
          <p:cNvPr id="3" name="Subtitle">
            <a:extLst>
              <a:ext uri="{FF2B5EF4-FFF2-40B4-BE49-F238E27FC236}">
                <a16:creationId xmlns:a16="http://schemas.microsoft.com/office/drawing/2014/main" id="{824837E6-2EDC-480D-B4C1-86B27D59924C}"/>
              </a:ext>
            </a:extLst>
          </p:cNvPr>
          <p:cNvSpPr>
            <a:spLocks noGrp="1"/>
          </p:cNvSpPr>
          <p:nvPr>
            <p:ph type="body" idx="1" hasCustomPrompt="1"/>
          </p:nvPr>
        </p:nvSpPr>
        <p:spPr>
          <a:xfrm>
            <a:off x="360000" y="2808000"/>
            <a:ext cx="5590800" cy="928800"/>
          </a:xfrm>
        </p:spPr>
        <p:txBody>
          <a:bodyPr/>
          <a:lstStyle>
            <a:lvl1pPr marL="0" indent="0" rtl="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dirty="0"/>
              <a:t>Subtitle of the Chapter</a:t>
            </a:r>
          </a:p>
        </p:txBody>
      </p:sp>
      <p:sp>
        <p:nvSpPr>
          <p:cNvPr id="2" name="Title">
            <a:extLst>
              <a:ext uri="{FF2B5EF4-FFF2-40B4-BE49-F238E27FC236}">
                <a16:creationId xmlns:a16="http://schemas.microsoft.com/office/drawing/2014/main" id="{86D56DF5-E537-48ED-A812-F32E9A1D7A2D}"/>
              </a:ext>
            </a:extLst>
          </p:cNvPr>
          <p:cNvSpPr>
            <a:spLocks noGrp="1"/>
          </p:cNvSpPr>
          <p:nvPr>
            <p:ph type="title" hasCustomPrompt="1"/>
          </p:nvPr>
        </p:nvSpPr>
        <p:spPr>
          <a:xfrm>
            <a:off x="360000" y="1800000"/>
            <a:ext cx="5590800" cy="886397"/>
          </a:xfrm>
        </p:spPr>
        <p:txBody>
          <a:bodyPr vert="horz" wrap="square" anchor="t">
            <a:noAutofit/>
          </a:bodyPr>
          <a:lstStyle>
            <a:lvl1pPr rtl="0">
              <a:defRPr sz="3200">
                <a:solidFill>
                  <a:schemeClr val="tx1"/>
                </a:solidFill>
              </a:defRPr>
            </a:lvl1pPr>
          </a:lstStyle>
          <a:p>
            <a:r>
              <a:rPr lang="en-US" noProof="0" dirty="0"/>
              <a:t>Title of </a:t>
            </a:r>
            <a:br>
              <a:rPr lang="en-US" noProof="0" dirty="0"/>
            </a:br>
            <a:r>
              <a:rPr lang="en-US" noProof="0" dirty="0"/>
              <a:t>the Chapter</a:t>
            </a:r>
          </a:p>
        </p:txBody>
      </p:sp>
      <p:pic>
        <p:nvPicPr>
          <p:cNvPr id="10" name="Logo">
            <a:extLst>
              <a:ext uri="{FF2B5EF4-FFF2-40B4-BE49-F238E27FC236}">
                <a16:creationId xmlns:a16="http://schemas.microsoft.com/office/drawing/2014/main" id="{C8434A4F-51C2-4591-99E1-1B9E72ACC65F}"/>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359238" y="320400"/>
            <a:ext cx="1674000" cy="424119"/>
          </a:xfrm>
          <a:prstGeom prst="rect">
            <a:avLst/>
          </a:prstGeom>
        </p:spPr>
      </p:pic>
      <p:sp>
        <p:nvSpPr>
          <p:cNvPr id="12" name="Line">
            <a:extLst>
              <a:ext uri="{FF2B5EF4-FFF2-40B4-BE49-F238E27FC236}">
                <a16:creationId xmlns:a16="http://schemas.microsoft.com/office/drawing/2014/main" id="{14047D6A-0FAD-424C-860C-6B87BF7B2E90}"/>
              </a:ext>
            </a:extLst>
          </p:cNvPr>
          <p:cNvSpPr/>
          <p:nvPr userDrawn="1"/>
        </p:nvSpPr>
        <p:spPr>
          <a:xfrm>
            <a:off x="-2" y="6786000"/>
            <a:ext cx="12192001" cy="7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noProof="0"/>
          </a:p>
        </p:txBody>
      </p:sp>
      <p:pic>
        <p:nvPicPr>
          <p:cNvPr id="7" name="LogoConcast" descr="Ein Bild, das Screenshot, Schrift, Schwarz, Grafiken enthält.&#10;&#10;Automatisch generierte Beschreibung" hidden="1">
            <a:extLst>
              <a:ext uri="{FF2B5EF4-FFF2-40B4-BE49-F238E27FC236}">
                <a16:creationId xmlns:a16="http://schemas.microsoft.com/office/drawing/2014/main" id="{4CB20557-CBF4-D9AA-7BD6-B5692719A95A}"/>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383750" y="360363"/>
            <a:ext cx="1674000" cy="278909"/>
          </a:xfrm>
          <a:prstGeom prst="rect">
            <a:avLst/>
          </a:prstGeom>
        </p:spPr>
      </p:pic>
    </p:spTree>
    <p:extLst>
      <p:ext uri="{BB962C8B-B14F-4D97-AF65-F5344CB8AC3E}">
        <p14:creationId xmlns:p14="http://schemas.microsoft.com/office/powerpoint/2010/main" val="18475034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 blank">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A0FEEE5C-AB38-4E9E-9C0B-3F9321F43ED7}"/>
              </a:ext>
            </a:extLst>
          </p:cNvPr>
          <p:cNvGraphicFramePr>
            <a:graphicFrameLocks noChangeAspect="1"/>
          </p:cNvGraphicFramePr>
          <p:nvPr userDrawn="1">
            <p:custDataLst>
              <p:tags r:id="rId1"/>
            </p:custDataLst>
            <p:extLst>
              <p:ext uri="{D42A27DB-BD31-4B8C-83A1-F6EECF244321}">
                <p14:modId xmlns:p14="http://schemas.microsoft.com/office/powerpoint/2010/main" val="83615305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0" imgH="469" progId="TCLayout.ActiveDocument.1">
                  <p:embed/>
                </p:oleObj>
              </mc:Choice>
              <mc:Fallback>
                <p:oleObj name="think-cell Slide" r:id="rId3" imgW="470" imgH="469"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Pagenumber">
            <a:extLst>
              <a:ext uri="{FF2B5EF4-FFF2-40B4-BE49-F238E27FC236}">
                <a16:creationId xmlns:a16="http://schemas.microsoft.com/office/drawing/2014/main" id="{4F6E0ADB-8058-4652-8F48-21C8CF77EBA6}"/>
              </a:ext>
            </a:extLst>
          </p:cNvPr>
          <p:cNvSpPr>
            <a:spLocks noGrp="1"/>
          </p:cNvSpPr>
          <p:nvPr>
            <p:ph type="sldNum" sz="quarter" idx="12"/>
          </p:nvPr>
        </p:nvSpPr>
        <p:spPr/>
        <p:txBody>
          <a:bodyPr/>
          <a:lstStyle>
            <a:lvl1pPr rtl="0">
              <a:defRPr/>
            </a:lvl1pPr>
          </a:lstStyle>
          <a:p>
            <a:fld id="{0CE2C118-78B0-4948-9692-2E57815A59D4}" type="slidenum">
              <a:rPr lang="en-US" noProof="0" smtClean="0"/>
              <a:pPr/>
              <a:t>‹#›</a:t>
            </a:fld>
            <a:endParaRPr lang="en-US" noProof="0" dirty="0"/>
          </a:p>
        </p:txBody>
      </p:sp>
      <p:sp>
        <p:nvSpPr>
          <p:cNvPr id="6" name="Footer">
            <a:extLst>
              <a:ext uri="{FF2B5EF4-FFF2-40B4-BE49-F238E27FC236}">
                <a16:creationId xmlns:a16="http://schemas.microsoft.com/office/drawing/2014/main" id="{77B17D79-02A5-463C-A7F3-A92241A9CD16}"/>
              </a:ext>
            </a:extLst>
          </p:cNvPr>
          <p:cNvSpPr>
            <a:spLocks noGrp="1"/>
          </p:cNvSpPr>
          <p:nvPr>
            <p:ph type="ftr" sz="quarter" idx="11"/>
          </p:nvPr>
        </p:nvSpPr>
        <p:spPr/>
        <p:txBody>
          <a:bodyPr/>
          <a:lstStyle>
            <a:lvl1pPr rtl="0">
              <a:defRPr/>
            </a:lvl1pPr>
          </a:lstStyle>
          <a:p>
            <a:r>
              <a:rPr lang="en-US" noProof="0"/>
              <a:t>YeJun Kim / SM JP INT</a:t>
            </a:r>
          </a:p>
        </p:txBody>
      </p:sp>
      <p:sp>
        <p:nvSpPr>
          <p:cNvPr id="5" name="Date">
            <a:extLst>
              <a:ext uri="{FF2B5EF4-FFF2-40B4-BE49-F238E27FC236}">
                <a16:creationId xmlns:a16="http://schemas.microsoft.com/office/drawing/2014/main" id="{9FF4EC82-580C-4586-8F94-B52AC4B8F68F}"/>
              </a:ext>
            </a:extLst>
          </p:cNvPr>
          <p:cNvSpPr>
            <a:spLocks noGrp="1"/>
          </p:cNvSpPr>
          <p:nvPr>
            <p:ph type="dt" sz="half" idx="10"/>
          </p:nvPr>
        </p:nvSpPr>
        <p:spPr/>
        <p:txBody>
          <a:bodyPr/>
          <a:lstStyle>
            <a:lvl1pPr rtl="0">
              <a:defRPr/>
            </a:lvl1pPr>
          </a:lstStyle>
          <a:p>
            <a:r>
              <a:rPr lang="de-DE" noProof="0"/>
              <a:t>2026-07-01</a:t>
            </a:r>
            <a:endParaRPr lang="en-US" noProof="0" dirty="0"/>
          </a:p>
        </p:txBody>
      </p:sp>
      <p:sp>
        <p:nvSpPr>
          <p:cNvPr id="2" name="Title">
            <a:extLst>
              <a:ext uri="{FF2B5EF4-FFF2-40B4-BE49-F238E27FC236}">
                <a16:creationId xmlns:a16="http://schemas.microsoft.com/office/drawing/2014/main" id="{5F9BD10A-C2D6-4AAB-81E0-AE2109049063}"/>
              </a:ext>
            </a:extLst>
          </p:cNvPr>
          <p:cNvSpPr>
            <a:spLocks noGrp="1"/>
          </p:cNvSpPr>
          <p:nvPr>
            <p:ph type="title" hasCustomPrompt="1"/>
          </p:nvPr>
        </p:nvSpPr>
        <p:spPr>
          <a:xfrm>
            <a:off x="360000" y="900000"/>
            <a:ext cx="11473200" cy="720000"/>
          </a:xfrm>
        </p:spPr>
        <p:txBody>
          <a:bodyPr vert="horz"/>
          <a:lstStyle>
            <a:lvl1pPr rtl="0">
              <a:defRPr/>
            </a:lvl1pPr>
          </a:lstStyle>
          <a:p>
            <a:r>
              <a:rPr lang="en-US" dirty="0"/>
              <a:t>Headline of the Slide with a Maximum Length of Two Lines</a:t>
            </a:r>
            <a:endParaRPr lang="en-US" noProof="0" dirty="0"/>
          </a:p>
        </p:txBody>
      </p:sp>
      <p:sp>
        <p:nvSpPr>
          <p:cNvPr id="8" name="Chapter">
            <a:extLst>
              <a:ext uri="{FF2B5EF4-FFF2-40B4-BE49-F238E27FC236}">
                <a16:creationId xmlns:a16="http://schemas.microsoft.com/office/drawing/2014/main" id="{9F511298-DC0E-4550-AEAA-AAE6E08F28B8}"/>
              </a:ext>
            </a:extLst>
          </p:cNvPr>
          <p:cNvSpPr>
            <a:spLocks noGrp="1"/>
          </p:cNvSpPr>
          <p:nvPr>
            <p:ph type="body" sz="quarter" idx="13" hasCustomPrompt="1"/>
          </p:nvPr>
        </p:nvSpPr>
        <p:spPr>
          <a:xfrm>
            <a:off x="360000" y="360000"/>
            <a:ext cx="7549200" cy="258763"/>
          </a:xfrm>
        </p:spPr>
        <p:txBody>
          <a:bodyPr lIns="0" tIns="0" rIns="0" bIns="0"/>
          <a:lstStyle>
            <a:lvl1pPr marL="0" indent="0" rtl="0">
              <a:buNone/>
              <a:defRPr sz="1200">
                <a:solidFill>
                  <a:schemeClr val="accent1"/>
                </a:solidFill>
              </a:defRPr>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noProof="0" dirty="0"/>
              <a:t>Chapter Title (no headline)</a:t>
            </a:r>
          </a:p>
        </p:txBody>
      </p:sp>
    </p:spTree>
    <p:extLst>
      <p:ext uri="{BB962C8B-B14F-4D97-AF65-F5344CB8AC3E}">
        <p14:creationId xmlns:p14="http://schemas.microsoft.com/office/powerpoint/2010/main" val="42225293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 blank (no Classification)">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A0FEEE5C-AB38-4E9E-9C0B-3F9321F43ED7}"/>
              </a:ext>
            </a:extLst>
          </p:cNvPr>
          <p:cNvGraphicFramePr>
            <a:graphicFrameLocks noChangeAspect="1"/>
          </p:cNvGraphicFramePr>
          <p:nvPr userDrawn="1">
            <p:custDataLst>
              <p:tags r:id="rId1"/>
            </p:custDataLst>
            <p:extLst>
              <p:ext uri="{D42A27DB-BD31-4B8C-83A1-F6EECF244321}">
                <p14:modId xmlns:p14="http://schemas.microsoft.com/office/powerpoint/2010/main" val="41639256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0" imgH="469" progId="TCLayout.ActiveDocument.1">
                  <p:embed/>
                </p:oleObj>
              </mc:Choice>
              <mc:Fallback>
                <p:oleObj name="think-cell Slide" r:id="rId3" imgW="470" imgH="469" progId="TCLayout.ActiveDocument.1">
                  <p:embed/>
                  <p:pic>
                    <p:nvPicPr>
                      <p:cNvPr id="4" name="Object 3" hidden="1">
                        <a:extLst>
                          <a:ext uri="{FF2B5EF4-FFF2-40B4-BE49-F238E27FC236}">
                            <a16:creationId xmlns:a16="http://schemas.microsoft.com/office/drawing/2014/main" id="{A0FEEE5C-AB38-4E9E-9C0B-3F9321F43ED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Pagenumber">
            <a:extLst>
              <a:ext uri="{FF2B5EF4-FFF2-40B4-BE49-F238E27FC236}">
                <a16:creationId xmlns:a16="http://schemas.microsoft.com/office/drawing/2014/main" id="{4F6E0ADB-8058-4652-8F48-21C8CF77EBA6}"/>
              </a:ext>
            </a:extLst>
          </p:cNvPr>
          <p:cNvSpPr>
            <a:spLocks noGrp="1"/>
          </p:cNvSpPr>
          <p:nvPr>
            <p:ph type="sldNum" sz="quarter" idx="12"/>
          </p:nvPr>
        </p:nvSpPr>
        <p:spPr/>
        <p:txBody>
          <a:bodyPr/>
          <a:lstStyle>
            <a:lvl1pPr rtl="0">
              <a:defRPr/>
            </a:lvl1pPr>
          </a:lstStyle>
          <a:p>
            <a:fld id="{0CE2C118-78B0-4948-9692-2E57815A59D4}" type="slidenum">
              <a:rPr lang="en-US" noProof="0" smtClean="0"/>
              <a:pPr/>
              <a:t>‹#›</a:t>
            </a:fld>
            <a:endParaRPr lang="en-US" noProof="0" dirty="0"/>
          </a:p>
        </p:txBody>
      </p:sp>
      <p:sp>
        <p:nvSpPr>
          <p:cNvPr id="6" name="Footer">
            <a:extLst>
              <a:ext uri="{FF2B5EF4-FFF2-40B4-BE49-F238E27FC236}">
                <a16:creationId xmlns:a16="http://schemas.microsoft.com/office/drawing/2014/main" id="{77B17D79-02A5-463C-A7F3-A92241A9CD16}"/>
              </a:ext>
            </a:extLst>
          </p:cNvPr>
          <p:cNvSpPr>
            <a:spLocks noGrp="1"/>
          </p:cNvSpPr>
          <p:nvPr>
            <p:ph type="ftr" sz="quarter" idx="11"/>
          </p:nvPr>
        </p:nvSpPr>
        <p:spPr/>
        <p:txBody>
          <a:bodyPr/>
          <a:lstStyle>
            <a:lvl1pPr rtl="0">
              <a:defRPr/>
            </a:lvl1pPr>
          </a:lstStyle>
          <a:p>
            <a:r>
              <a:rPr lang="en-US" noProof="0"/>
              <a:t>YeJun Kim / SM JP INT</a:t>
            </a:r>
          </a:p>
        </p:txBody>
      </p:sp>
      <p:sp>
        <p:nvSpPr>
          <p:cNvPr id="5" name="Date">
            <a:extLst>
              <a:ext uri="{FF2B5EF4-FFF2-40B4-BE49-F238E27FC236}">
                <a16:creationId xmlns:a16="http://schemas.microsoft.com/office/drawing/2014/main" id="{9FF4EC82-580C-4586-8F94-B52AC4B8F68F}"/>
              </a:ext>
            </a:extLst>
          </p:cNvPr>
          <p:cNvSpPr>
            <a:spLocks noGrp="1"/>
          </p:cNvSpPr>
          <p:nvPr>
            <p:ph type="dt" sz="half" idx="10"/>
          </p:nvPr>
        </p:nvSpPr>
        <p:spPr/>
        <p:txBody>
          <a:bodyPr/>
          <a:lstStyle>
            <a:lvl1pPr rtl="0">
              <a:defRPr/>
            </a:lvl1pPr>
          </a:lstStyle>
          <a:p>
            <a:r>
              <a:rPr lang="de-DE" noProof="0"/>
              <a:t>2026-07-01</a:t>
            </a:r>
            <a:endParaRPr lang="en-US" noProof="0" dirty="0"/>
          </a:p>
        </p:txBody>
      </p:sp>
      <p:sp>
        <p:nvSpPr>
          <p:cNvPr id="2" name="Title">
            <a:extLst>
              <a:ext uri="{FF2B5EF4-FFF2-40B4-BE49-F238E27FC236}">
                <a16:creationId xmlns:a16="http://schemas.microsoft.com/office/drawing/2014/main" id="{5F9BD10A-C2D6-4AAB-81E0-AE2109049063}"/>
              </a:ext>
            </a:extLst>
          </p:cNvPr>
          <p:cNvSpPr>
            <a:spLocks noGrp="1"/>
          </p:cNvSpPr>
          <p:nvPr>
            <p:ph type="title" hasCustomPrompt="1"/>
          </p:nvPr>
        </p:nvSpPr>
        <p:spPr>
          <a:xfrm>
            <a:off x="360000" y="900000"/>
            <a:ext cx="11473200" cy="720000"/>
          </a:xfrm>
        </p:spPr>
        <p:txBody>
          <a:bodyPr vert="horz"/>
          <a:lstStyle>
            <a:lvl1pPr rtl="0">
              <a:defRPr/>
            </a:lvl1pPr>
          </a:lstStyle>
          <a:p>
            <a:r>
              <a:rPr lang="en-US" dirty="0"/>
              <a:t>Headline of the Slide with a Maximum Length of Two Lines</a:t>
            </a:r>
            <a:endParaRPr lang="en-US" noProof="0" dirty="0"/>
          </a:p>
        </p:txBody>
      </p:sp>
      <p:sp>
        <p:nvSpPr>
          <p:cNvPr id="8" name="Chapter">
            <a:extLst>
              <a:ext uri="{FF2B5EF4-FFF2-40B4-BE49-F238E27FC236}">
                <a16:creationId xmlns:a16="http://schemas.microsoft.com/office/drawing/2014/main" id="{9F511298-DC0E-4550-AEAA-AAE6E08F28B8}"/>
              </a:ext>
            </a:extLst>
          </p:cNvPr>
          <p:cNvSpPr>
            <a:spLocks noGrp="1"/>
          </p:cNvSpPr>
          <p:nvPr>
            <p:ph type="body" sz="quarter" idx="13" hasCustomPrompt="1"/>
          </p:nvPr>
        </p:nvSpPr>
        <p:spPr>
          <a:xfrm>
            <a:off x="360000" y="360000"/>
            <a:ext cx="7549200" cy="258763"/>
          </a:xfrm>
        </p:spPr>
        <p:txBody>
          <a:bodyPr lIns="0" tIns="0" rIns="0" bIns="0"/>
          <a:lstStyle>
            <a:lvl1pPr marL="0" indent="0" rtl="0">
              <a:buNone/>
              <a:defRPr sz="1200">
                <a:solidFill>
                  <a:schemeClr val="accent1"/>
                </a:solidFill>
              </a:defRPr>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noProof="0" dirty="0"/>
              <a:t>Chapter Title (no headline)</a:t>
            </a:r>
          </a:p>
        </p:txBody>
      </p:sp>
      <p:sp>
        <p:nvSpPr>
          <p:cNvPr id="9" name="Cover_Classification">
            <a:extLst>
              <a:ext uri="{FF2B5EF4-FFF2-40B4-BE49-F238E27FC236}">
                <a16:creationId xmlns:a16="http://schemas.microsoft.com/office/drawing/2014/main" id="{59E93E50-02BD-4645-97DD-1C4C84D56182}"/>
              </a:ext>
            </a:extLst>
          </p:cNvPr>
          <p:cNvSpPr/>
          <p:nvPr userDrawn="1"/>
        </p:nvSpPr>
        <p:spPr>
          <a:xfrm>
            <a:off x="263352" y="6453000"/>
            <a:ext cx="5112568" cy="25876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endParaRPr lang="en-US" dirty="0" err="1">
              <a:solidFill>
                <a:schemeClr val="tx1"/>
              </a:solidFill>
            </a:endParaRPr>
          </a:p>
        </p:txBody>
      </p:sp>
    </p:spTree>
    <p:extLst>
      <p:ext uri="{BB962C8B-B14F-4D97-AF65-F5344CB8AC3E}">
        <p14:creationId xmlns:p14="http://schemas.microsoft.com/office/powerpoint/2010/main" val="36800794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 one element">
    <p:bg>
      <p:bgRef idx="1001">
        <a:schemeClr val="bg1"/>
      </p:bgRef>
    </p:bg>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98EC8A00-AD89-48FB-BFF5-716B38170CB8}"/>
              </a:ext>
            </a:extLst>
          </p:cNvPr>
          <p:cNvGraphicFramePr>
            <a:graphicFrameLocks noChangeAspect="1"/>
          </p:cNvGraphicFramePr>
          <p:nvPr userDrawn="1">
            <p:custDataLst>
              <p:tags r:id="rId1"/>
            </p:custDataLst>
            <p:extLst>
              <p:ext uri="{D42A27DB-BD31-4B8C-83A1-F6EECF244321}">
                <p14:modId xmlns:p14="http://schemas.microsoft.com/office/powerpoint/2010/main" val="18293953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0" imgH="469" progId="TCLayout.ActiveDocument.1">
                  <p:embed/>
                </p:oleObj>
              </mc:Choice>
              <mc:Fallback>
                <p:oleObj name="think-cell Slide" r:id="rId3" imgW="470" imgH="469"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Pagenumber">
            <a:extLst>
              <a:ext uri="{FF2B5EF4-FFF2-40B4-BE49-F238E27FC236}">
                <a16:creationId xmlns:a16="http://schemas.microsoft.com/office/drawing/2014/main" id="{9415F646-42E2-45F1-B013-16C33110A556}"/>
              </a:ext>
            </a:extLst>
          </p:cNvPr>
          <p:cNvSpPr>
            <a:spLocks noGrp="1"/>
          </p:cNvSpPr>
          <p:nvPr>
            <p:ph type="sldNum" sz="quarter" idx="12"/>
          </p:nvPr>
        </p:nvSpPr>
        <p:spPr/>
        <p:txBody>
          <a:bodyPr/>
          <a:lstStyle>
            <a:lvl1pPr rtl="0">
              <a:defRPr/>
            </a:lvl1pPr>
          </a:lstStyle>
          <a:p>
            <a:fld id="{0CE2C118-78B0-4948-9692-2E57815A59D4}" type="slidenum">
              <a:rPr lang="en-US" noProof="0" smtClean="0"/>
              <a:pPr/>
              <a:t>‹#›</a:t>
            </a:fld>
            <a:endParaRPr lang="en-US" noProof="0" dirty="0"/>
          </a:p>
        </p:txBody>
      </p:sp>
      <p:sp>
        <p:nvSpPr>
          <p:cNvPr id="5" name="Footer">
            <a:extLst>
              <a:ext uri="{FF2B5EF4-FFF2-40B4-BE49-F238E27FC236}">
                <a16:creationId xmlns:a16="http://schemas.microsoft.com/office/drawing/2014/main" id="{61A0B39E-37BE-4385-8BDA-BB7943378EC3}"/>
              </a:ext>
            </a:extLst>
          </p:cNvPr>
          <p:cNvSpPr>
            <a:spLocks noGrp="1"/>
          </p:cNvSpPr>
          <p:nvPr>
            <p:ph type="ftr" sz="quarter" idx="11"/>
          </p:nvPr>
        </p:nvSpPr>
        <p:spPr/>
        <p:txBody>
          <a:bodyPr/>
          <a:lstStyle>
            <a:lvl1pPr rtl="0">
              <a:defRPr/>
            </a:lvl1pPr>
          </a:lstStyle>
          <a:p>
            <a:r>
              <a:rPr lang="en-US" noProof="0"/>
              <a:t>YeJun Kim / SM JP INT</a:t>
            </a:r>
          </a:p>
        </p:txBody>
      </p:sp>
      <p:sp>
        <p:nvSpPr>
          <p:cNvPr id="4" name="Date">
            <a:extLst>
              <a:ext uri="{FF2B5EF4-FFF2-40B4-BE49-F238E27FC236}">
                <a16:creationId xmlns:a16="http://schemas.microsoft.com/office/drawing/2014/main" id="{80DC0812-16D9-4AAA-9288-BBB8F9B0AA16}"/>
              </a:ext>
            </a:extLst>
          </p:cNvPr>
          <p:cNvSpPr>
            <a:spLocks noGrp="1"/>
          </p:cNvSpPr>
          <p:nvPr>
            <p:ph type="dt" sz="half" idx="10"/>
          </p:nvPr>
        </p:nvSpPr>
        <p:spPr/>
        <p:txBody>
          <a:bodyPr/>
          <a:lstStyle>
            <a:lvl1pPr rtl="0">
              <a:defRPr/>
            </a:lvl1pPr>
          </a:lstStyle>
          <a:p>
            <a:r>
              <a:rPr lang="de-DE" noProof="0"/>
              <a:t>2026-07-01</a:t>
            </a:r>
            <a:endParaRPr lang="en-US" noProof="0" dirty="0"/>
          </a:p>
        </p:txBody>
      </p:sp>
      <p:sp>
        <p:nvSpPr>
          <p:cNvPr id="3" name="Text">
            <a:extLst>
              <a:ext uri="{FF2B5EF4-FFF2-40B4-BE49-F238E27FC236}">
                <a16:creationId xmlns:a16="http://schemas.microsoft.com/office/drawing/2014/main" id="{0EEAC8B6-DD7A-43F1-97E4-FC4F39BDA5BB}"/>
              </a:ext>
            </a:extLst>
          </p:cNvPr>
          <p:cNvSpPr>
            <a:spLocks noGrp="1"/>
          </p:cNvSpPr>
          <p:nvPr>
            <p:ph idx="1" hasCustomPrompt="1"/>
          </p:nvPr>
        </p:nvSpPr>
        <p:spPr>
          <a:xfrm>
            <a:off x="360363" y="1800000"/>
            <a:ext cx="11473200" cy="4518000"/>
          </a:xfrm>
        </p:spPr>
        <p:txBody>
          <a:bodyPr/>
          <a:lstStyle>
            <a:lvl1pPr rtl="0">
              <a:defRPr/>
            </a:lvl1pPr>
            <a:lvl2pPr rtl="0">
              <a:defRPr/>
            </a:lvl2pPr>
            <a:lvl3pPr rtl="0">
              <a:defRPr/>
            </a:lvl3pPr>
            <a:lvl4pPr rtl="0">
              <a:defRPr/>
            </a:lvl4pPr>
            <a:lvl5pPr rtl="0">
              <a:defRPr/>
            </a:lvl5pPr>
          </a:lstStyle>
          <a:p>
            <a:pPr lvl="0"/>
            <a:r>
              <a:rPr lang="en-US" noProof="0" dirty="0" err="1"/>
              <a:t>Mastertextformat</a:t>
            </a:r>
            <a:r>
              <a:rPr lang="en-US" noProof="0" dirty="0"/>
              <a:t> </a:t>
            </a:r>
            <a:r>
              <a:rPr lang="en-US" noProof="0" dirty="0" err="1"/>
              <a:t>bearbeiten</a:t>
            </a:r>
            <a:endParaRPr lang="en-US" noProof="0" dirty="0"/>
          </a:p>
          <a:p>
            <a:pPr lvl="1"/>
            <a:r>
              <a:rPr lang="en-US" noProof="0" dirty="0" err="1"/>
              <a:t>Zweite</a:t>
            </a:r>
            <a:r>
              <a:rPr lang="en-US" noProof="0" dirty="0"/>
              <a:t> Ebene</a:t>
            </a:r>
          </a:p>
          <a:p>
            <a:pPr lvl="2"/>
            <a:r>
              <a:rPr lang="en-US" noProof="0" dirty="0" err="1"/>
              <a:t>Dritte</a:t>
            </a:r>
            <a:r>
              <a:rPr lang="en-US" noProof="0" dirty="0"/>
              <a:t> Ebene</a:t>
            </a:r>
          </a:p>
          <a:p>
            <a:pPr lvl="3"/>
            <a:r>
              <a:rPr lang="en-US" noProof="0" dirty="0" err="1"/>
              <a:t>Vierte</a:t>
            </a:r>
            <a:r>
              <a:rPr lang="en-US" noProof="0" dirty="0"/>
              <a:t> Ebene</a:t>
            </a:r>
          </a:p>
          <a:p>
            <a:pPr lvl="4"/>
            <a:r>
              <a:rPr lang="en-US" noProof="0" dirty="0" err="1"/>
              <a:t>Fünfte</a:t>
            </a:r>
            <a:r>
              <a:rPr lang="en-US" noProof="0" dirty="0"/>
              <a:t> Ebene</a:t>
            </a:r>
          </a:p>
        </p:txBody>
      </p:sp>
      <p:sp>
        <p:nvSpPr>
          <p:cNvPr id="2" name="Title">
            <a:extLst>
              <a:ext uri="{FF2B5EF4-FFF2-40B4-BE49-F238E27FC236}">
                <a16:creationId xmlns:a16="http://schemas.microsoft.com/office/drawing/2014/main" id="{9F1ED5DF-7377-4226-8985-9A5CEB05A5B7}"/>
              </a:ext>
            </a:extLst>
          </p:cNvPr>
          <p:cNvSpPr>
            <a:spLocks noGrp="1"/>
          </p:cNvSpPr>
          <p:nvPr>
            <p:ph type="title" hasCustomPrompt="1"/>
          </p:nvPr>
        </p:nvSpPr>
        <p:spPr>
          <a:xfrm>
            <a:off x="360000" y="900000"/>
            <a:ext cx="11473200" cy="720000"/>
          </a:xfrm>
        </p:spPr>
        <p:txBody>
          <a:bodyPr vert="horz"/>
          <a:lstStyle>
            <a:lvl1pPr rtl="0">
              <a:defRPr/>
            </a:lvl1pPr>
          </a:lstStyle>
          <a:p>
            <a:r>
              <a:rPr lang="en-US" dirty="0"/>
              <a:t>Headline of the Slide with a Maximum Length of Two Lines</a:t>
            </a:r>
            <a:endParaRPr lang="en-US" noProof="0" dirty="0"/>
          </a:p>
        </p:txBody>
      </p:sp>
      <p:sp>
        <p:nvSpPr>
          <p:cNvPr id="8" name="Chapter">
            <a:extLst>
              <a:ext uri="{FF2B5EF4-FFF2-40B4-BE49-F238E27FC236}">
                <a16:creationId xmlns:a16="http://schemas.microsoft.com/office/drawing/2014/main" id="{C0AEF35E-AE0A-4B52-AFC6-676AA2D5BFC2}"/>
              </a:ext>
            </a:extLst>
          </p:cNvPr>
          <p:cNvSpPr>
            <a:spLocks noGrp="1"/>
          </p:cNvSpPr>
          <p:nvPr>
            <p:ph type="body" sz="quarter" idx="13" hasCustomPrompt="1"/>
          </p:nvPr>
        </p:nvSpPr>
        <p:spPr>
          <a:xfrm>
            <a:off x="360000" y="360000"/>
            <a:ext cx="7549200" cy="258763"/>
          </a:xfrm>
        </p:spPr>
        <p:txBody>
          <a:bodyPr/>
          <a:lstStyle>
            <a:lvl1pPr marL="0" indent="0" rtl="0">
              <a:buNone/>
              <a:defRPr sz="1200">
                <a:solidFill>
                  <a:schemeClr val="accent1"/>
                </a:solidFill>
              </a:defRPr>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noProof="0" dirty="0"/>
              <a:t>Chapter Title (no headline)</a:t>
            </a:r>
          </a:p>
        </p:txBody>
      </p:sp>
    </p:spTree>
    <p:extLst>
      <p:ext uri="{BB962C8B-B14F-4D97-AF65-F5344CB8AC3E}">
        <p14:creationId xmlns:p14="http://schemas.microsoft.com/office/powerpoint/2010/main" val="972601929"/>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 one image">
    <p:bg>
      <p:bgRef idx="1001">
        <a:schemeClr val="bg1"/>
      </p:bgRef>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6B03578D-7B63-4010-9F9D-4BAD098FAF60}"/>
              </a:ext>
            </a:extLst>
          </p:cNvPr>
          <p:cNvGraphicFramePr>
            <a:graphicFrameLocks noChangeAspect="1"/>
          </p:cNvGraphicFramePr>
          <p:nvPr userDrawn="1">
            <p:custDataLst>
              <p:tags r:id="rId1"/>
            </p:custDataLst>
            <p:extLst>
              <p:ext uri="{D42A27DB-BD31-4B8C-83A1-F6EECF244321}">
                <p14:modId xmlns:p14="http://schemas.microsoft.com/office/powerpoint/2010/main" val="23302444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0" imgH="469" progId="TCLayout.ActiveDocument.1">
                  <p:embed/>
                </p:oleObj>
              </mc:Choice>
              <mc:Fallback>
                <p:oleObj name="think-cell Slide" r:id="rId3" imgW="470" imgH="469"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Pagenumber">
            <a:extLst>
              <a:ext uri="{FF2B5EF4-FFF2-40B4-BE49-F238E27FC236}">
                <a16:creationId xmlns:a16="http://schemas.microsoft.com/office/drawing/2014/main" id="{9415F646-42E2-45F1-B013-16C33110A556}"/>
              </a:ext>
            </a:extLst>
          </p:cNvPr>
          <p:cNvSpPr>
            <a:spLocks noGrp="1"/>
          </p:cNvSpPr>
          <p:nvPr>
            <p:ph type="sldNum" sz="quarter" idx="12"/>
          </p:nvPr>
        </p:nvSpPr>
        <p:spPr/>
        <p:txBody>
          <a:bodyPr/>
          <a:lstStyle>
            <a:lvl1pPr rtl="0">
              <a:defRPr/>
            </a:lvl1pPr>
          </a:lstStyle>
          <a:p>
            <a:fld id="{0CE2C118-78B0-4948-9692-2E57815A59D4}" type="slidenum">
              <a:rPr lang="en-US" noProof="0" smtClean="0"/>
              <a:pPr/>
              <a:t>‹#›</a:t>
            </a:fld>
            <a:endParaRPr lang="en-US" noProof="0" dirty="0"/>
          </a:p>
        </p:txBody>
      </p:sp>
      <p:sp>
        <p:nvSpPr>
          <p:cNvPr id="5" name="Footer">
            <a:extLst>
              <a:ext uri="{FF2B5EF4-FFF2-40B4-BE49-F238E27FC236}">
                <a16:creationId xmlns:a16="http://schemas.microsoft.com/office/drawing/2014/main" id="{61A0B39E-37BE-4385-8BDA-BB7943378EC3}"/>
              </a:ext>
            </a:extLst>
          </p:cNvPr>
          <p:cNvSpPr>
            <a:spLocks noGrp="1"/>
          </p:cNvSpPr>
          <p:nvPr>
            <p:ph type="ftr" sz="quarter" idx="11"/>
          </p:nvPr>
        </p:nvSpPr>
        <p:spPr/>
        <p:txBody>
          <a:bodyPr/>
          <a:lstStyle>
            <a:lvl1pPr rtl="0">
              <a:defRPr/>
            </a:lvl1pPr>
          </a:lstStyle>
          <a:p>
            <a:r>
              <a:rPr lang="en-US" noProof="0"/>
              <a:t>YeJun Kim / SM JP INT</a:t>
            </a:r>
          </a:p>
        </p:txBody>
      </p:sp>
      <p:sp>
        <p:nvSpPr>
          <p:cNvPr id="4" name="Date">
            <a:extLst>
              <a:ext uri="{FF2B5EF4-FFF2-40B4-BE49-F238E27FC236}">
                <a16:creationId xmlns:a16="http://schemas.microsoft.com/office/drawing/2014/main" id="{80DC0812-16D9-4AAA-9288-BBB8F9B0AA16}"/>
              </a:ext>
            </a:extLst>
          </p:cNvPr>
          <p:cNvSpPr>
            <a:spLocks noGrp="1"/>
          </p:cNvSpPr>
          <p:nvPr>
            <p:ph type="dt" sz="half" idx="10"/>
          </p:nvPr>
        </p:nvSpPr>
        <p:spPr/>
        <p:txBody>
          <a:bodyPr/>
          <a:lstStyle>
            <a:lvl1pPr rtl="0">
              <a:defRPr/>
            </a:lvl1pPr>
          </a:lstStyle>
          <a:p>
            <a:r>
              <a:rPr lang="de-DE" noProof="0"/>
              <a:t>2026-07-01</a:t>
            </a:r>
            <a:endParaRPr lang="en-US" noProof="0" dirty="0"/>
          </a:p>
        </p:txBody>
      </p:sp>
      <p:sp>
        <p:nvSpPr>
          <p:cNvPr id="2" name="Title">
            <a:extLst>
              <a:ext uri="{FF2B5EF4-FFF2-40B4-BE49-F238E27FC236}">
                <a16:creationId xmlns:a16="http://schemas.microsoft.com/office/drawing/2014/main" id="{9F1ED5DF-7377-4226-8985-9A5CEB05A5B7}"/>
              </a:ext>
            </a:extLst>
          </p:cNvPr>
          <p:cNvSpPr>
            <a:spLocks noGrp="1"/>
          </p:cNvSpPr>
          <p:nvPr>
            <p:ph type="title" hasCustomPrompt="1"/>
          </p:nvPr>
        </p:nvSpPr>
        <p:spPr>
          <a:xfrm>
            <a:off x="360000" y="900000"/>
            <a:ext cx="11473200" cy="720000"/>
          </a:xfrm>
        </p:spPr>
        <p:txBody>
          <a:bodyPr vert="horz"/>
          <a:lstStyle>
            <a:lvl1pPr rtl="0">
              <a:defRPr/>
            </a:lvl1pPr>
          </a:lstStyle>
          <a:p>
            <a:r>
              <a:rPr lang="en-US" dirty="0"/>
              <a:t>Headline of the Slide with a Maximum Length of Two Lines</a:t>
            </a:r>
            <a:endParaRPr lang="en-US" noProof="0" dirty="0"/>
          </a:p>
        </p:txBody>
      </p:sp>
      <p:sp>
        <p:nvSpPr>
          <p:cNvPr id="8" name="Chapter">
            <a:extLst>
              <a:ext uri="{FF2B5EF4-FFF2-40B4-BE49-F238E27FC236}">
                <a16:creationId xmlns:a16="http://schemas.microsoft.com/office/drawing/2014/main" id="{C0AEF35E-AE0A-4B52-AFC6-676AA2D5BFC2}"/>
              </a:ext>
            </a:extLst>
          </p:cNvPr>
          <p:cNvSpPr>
            <a:spLocks noGrp="1"/>
          </p:cNvSpPr>
          <p:nvPr>
            <p:ph type="body" sz="quarter" idx="13" hasCustomPrompt="1"/>
          </p:nvPr>
        </p:nvSpPr>
        <p:spPr>
          <a:xfrm>
            <a:off x="360000" y="360000"/>
            <a:ext cx="7549200" cy="258763"/>
          </a:xfrm>
        </p:spPr>
        <p:txBody>
          <a:bodyPr/>
          <a:lstStyle>
            <a:lvl1pPr marL="0" indent="0" rtl="0">
              <a:buNone/>
              <a:defRPr sz="1200">
                <a:solidFill>
                  <a:schemeClr val="accent1"/>
                </a:solidFill>
              </a:defRPr>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noProof="0" dirty="0"/>
              <a:t>Chapter Title (no headline)</a:t>
            </a:r>
          </a:p>
        </p:txBody>
      </p:sp>
      <p:sp>
        <p:nvSpPr>
          <p:cNvPr id="9" name="Bildplatzhalter 8">
            <a:extLst>
              <a:ext uri="{FF2B5EF4-FFF2-40B4-BE49-F238E27FC236}">
                <a16:creationId xmlns:a16="http://schemas.microsoft.com/office/drawing/2014/main" id="{CD5DF491-9236-4812-87A8-9F3FAF9146CD}"/>
              </a:ext>
            </a:extLst>
          </p:cNvPr>
          <p:cNvSpPr>
            <a:spLocks noGrp="1"/>
          </p:cNvSpPr>
          <p:nvPr>
            <p:ph type="pic" sz="quarter" idx="14" hasCustomPrompt="1"/>
          </p:nvPr>
        </p:nvSpPr>
        <p:spPr>
          <a:xfrm>
            <a:off x="360363" y="1798638"/>
            <a:ext cx="11472862" cy="4519612"/>
          </a:xfrm>
          <a:solidFill>
            <a:srgbClr val="ECECED"/>
          </a:solidFill>
        </p:spPr>
        <p:txBody>
          <a:bodyPr anchor="ctr"/>
          <a:lstStyle>
            <a:lvl1pPr marL="0" indent="0" algn="ctr" rtl="0">
              <a:buNone/>
              <a:defRPr>
                <a:solidFill>
                  <a:schemeClr val="bg1"/>
                </a:solidFill>
              </a:defRPr>
            </a:lvl1pPr>
          </a:lstStyle>
          <a:p>
            <a:r>
              <a:rPr lang="en-US" noProof="0" dirty="0"/>
              <a:t>Click to add image</a:t>
            </a:r>
          </a:p>
        </p:txBody>
      </p:sp>
    </p:spTree>
    <p:extLst>
      <p:ext uri="{BB962C8B-B14F-4D97-AF65-F5344CB8AC3E}">
        <p14:creationId xmlns:p14="http://schemas.microsoft.com/office/powerpoint/2010/main" val="1164406757"/>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 two elements">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2CABC929-C575-4608-9496-07C62295B264}"/>
              </a:ext>
            </a:extLst>
          </p:cNvPr>
          <p:cNvGraphicFramePr>
            <a:graphicFrameLocks noChangeAspect="1"/>
          </p:cNvGraphicFramePr>
          <p:nvPr userDrawn="1">
            <p:custDataLst>
              <p:tags r:id="rId1"/>
            </p:custDataLst>
            <p:extLst>
              <p:ext uri="{D42A27DB-BD31-4B8C-83A1-F6EECF244321}">
                <p14:modId xmlns:p14="http://schemas.microsoft.com/office/powerpoint/2010/main" val="32275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0" imgH="469" progId="TCLayout.ActiveDocument.1">
                  <p:embed/>
                </p:oleObj>
              </mc:Choice>
              <mc:Fallback>
                <p:oleObj name="think-cell Slide" r:id="rId3" imgW="470" imgH="469"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Pagenumber">
            <a:extLst>
              <a:ext uri="{FF2B5EF4-FFF2-40B4-BE49-F238E27FC236}">
                <a16:creationId xmlns:a16="http://schemas.microsoft.com/office/drawing/2014/main" id="{4F6E0ADB-8058-4652-8F48-21C8CF77EBA6}"/>
              </a:ext>
            </a:extLst>
          </p:cNvPr>
          <p:cNvSpPr>
            <a:spLocks noGrp="1"/>
          </p:cNvSpPr>
          <p:nvPr>
            <p:ph type="sldNum" sz="quarter" idx="12"/>
          </p:nvPr>
        </p:nvSpPr>
        <p:spPr/>
        <p:txBody>
          <a:bodyPr/>
          <a:lstStyle>
            <a:lvl1pPr rtl="0">
              <a:defRPr/>
            </a:lvl1pPr>
          </a:lstStyle>
          <a:p>
            <a:fld id="{0CE2C118-78B0-4948-9692-2E57815A59D4}" type="slidenum">
              <a:rPr lang="en-US" noProof="0" smtClean="0"/>
              <a:pPr/>
              <a:t>‹#›</a:t>
            </a:fld>
            <a:endParaRPr lang="en-US" noProof="0" dirty="0"/>
          </a:p>
        </p:txBody>
      </p:sp>
      <p:sp>
        <p:nvSpPr>
          <p:cNvPr id="6" name="Footer">
            <a:extLst>
              <a:ext uri="{FF2B5EF4-FFF2-40B4-BE49-F238E27FC236}">
                <a16:creationId xmlns:a16="http://schemas.microsoft.com/office/drawing/2014/main" id="{77B17D79-02A5-463C-A7F3-A92241A9CD16}"/>
              </a:ext>
            </a:extLst>
          </p:cNvPr>
          <p:cNvSpPr>
            <a:spLocks noGrp="1"/>
          </p:cNvSpPr>
          <p:nvPr>
            <p:ph type="ftr" sz="quarter" idx="11"/>
          </p:nvPr>
        </p:nvSpPr>
        <p:spPr/>
        <p:txBody>
          <a:bodyPr/>
          <a:lstStyle>
            <a:lvl1pPr rtl="0">
              <a:defRPr/>
            </a:lvl1pPr>
          </a:lstStyle>
          <a:p>
            <a:r>
              <a:rPr lang="en-US" noProof="0"/>
              <a:t>YeJun Kim / SM JP INT</a:t>
            </a:r>
          </a:p>
        </p:txBody>
      </p:sp>
      <p:sp>
        <p:nvSpPr>
          <p:cNvPr id="5" name="Date">
            <a:extLst>
              <a:ext uri="{FF2B5EF4-FFF2-40B4-BE49-F238E27FC236}">
                <a16:creationId xmlns:a16="http://schemas.microsoft.com/office/drawing/2014/main" id="{9FF4EC82-580C-4586-8F94-B52AC4B8F68F}"/>
              </a:ext>
            </a:extLst>
          </p:cNvPr>
          <p:cNvSpPr>
            <a:spLocks noGrp="1"/>
          </p:cNvSpPr>
          <p:nvPr>
            <p:ph type="dt" sz="half" idx="10"/>
          </p:nvPr>
        </p:nvSpPr>
        <p:spPr/>
        <p:txBody>
          <a:bodyPr/>
          <a:lstStyle>
            <a:lvl1pPr rtl="0">
              <a:defRPr/>
            </a:lvl1pPr>
          </a:lstStyle>
          <a:p>
            <a:r>
              <a:rPr lang="de-DE" noProof="0"/>
              <a:t>2026-07-01</a:t>
            </a:r>
            <a:endParaRPr lang="en-US" noProof="0" dirty="0"/>
          </a:p>
        </p:txBody>
      </p:sp>
      <p:sp>
        <p:nvSpPr>
          <p:cNvPr id="4" name="Content 2">
            <a:extLst>
              <a:ext uri="{FF2B5EF4-FFF2-40B4-BE49-F238E27FC236}">
                <a16:creationId xmlns:a16="http://schemas.microsoft.com/office/drawing/2014/main" id="{76B16351-0FC9-437E-B3E0-1343CCD9F06B}"/>
              </a:ext>
            </a:extLst>
          </p:cNvPr>
          <p:cNvSpPr>
            <a:spLocks noGrp="1"/>
          </p:cNvSpPr>
          <p:nvPr>
            <p:ph sz="half" idx="2" hasCustomPrompt="1"/>
          </p:nvPr>
        </p:nvSpPr>
        <p:spPr>
          <a:xfrm>
            <a:off x="6242400" y="1799999"/>
            <a:ext cx="5590800" cy="4518000"/>
          </a:xfrm>
        </p:spPr>
        <p:txBody>
          <a:bodyPr/>
          <a:lstStyle>
            <a:lvl1pPr rtl="0">
              <a:defRPr/>
            </a:lvl1pPr>
            <a:lvl2pPr rtl="0">
              <a:defRPr/>
            </a:lvl2pPr>
            <a:lvl3pPr rtl="0">
              <a:defRPr/>
            </a:lvl3pPr>
            <a:lvl4pPr rtl="0">
              <a:defRPr/>
            </a:lvl4pPr>
            <a:lvl5pPr rtl="0">
              <a:defRPr/>
            </a:lvl5pPr>
          </a:lstStyle>
          <a:p>
            <a:pPr lvl="0"/>
            <a:r>
              <a:rPr lang="en-US" noProof="0" dirty="0" err="1"/>
              <a:t>Mastertextformat</a:t>
            </a:r>
            <a:r>
              <a:rPr lang="en-US" noProof="0" dirty="0"/>
              <a:t> </a:t>
            </a:r>
            <a:r>
              <a:rPr lang="en-US" noProof="0" dirty="0" err="1"/>
              <a:t>bearbeiten</a:t>
            </a:r>
            <a:endParaRPr lang="en-US" noProof="0" dirty="0"/>
          </a:p>
          <a:p>
            <a:pPr lvl="1"/>
            <a:r>
              <a:rPr lang="en-US" noProof="0" dirty="0" err="1"/>
              <a:t>Zweite</a:t>
            </a:r>
            <a:r>
              <a:rPr lang="en-US" noProof="0" dirty="0"/>
              <a:t> Ebene</a:t>
            </a:r>
          </a:p>
          <a:p>
            <a:pPr lvl="2"/>
            <a:r>
              <a:rPr lang="en-US" noProof="0" dirty="0" err="1"/>
              <a:t>Dritte</a:t>
            </a:r>
            <a:r>
              <a:rPr lang="en-US" noProof="0" dirty="0"/>
              <a:t> Ebene</a:t>
            </a:r>
          </a:p>
          <a:p>
            <a:pPr lvl="3"/>
            <a:r>
              <a:rPr lang="en-US" noProof="0" dirty="0" err="1"/>
              <a:t>Vierte</a:t>
            </a:r>
            <a:r>
              <a:rPr lang="en-US" noProof="0" dirty="0"/>
              <a:t> Ebene</a:t>
            </a:r>
          </a:p>
          <a:p>
            <a:pPr lvl="4"/>
            <a:r>
              <a:rPr lang="en-US" noProof="0" dirty="0" err="1"/>
              <a:t>Fünfte</a:t>
            </a:r>
            <a:r>
              <a:rPr lang="en-US" noProof="0" dirty="0"/>
              <a:t> Ebene</a:t>
            </a:r>
          </a:p>
        </p:txBody>
      </p:sp>
      <p:sp>
        <p:nvSpPr>
          <p:cNvPr id="3" name="Content 1">
            <a:extLst>
              <a:ext uri="{FF2B5EF4-FFF2-40B4-BE49-F238E27FC236}">
                <a16:creationId xmlns:a16="http://schemas.microsoft.com/office/drawing/2014/main" id="{EAB99FF0-D2F6-49B1-8163-8F41F44BD37E}"/>
              </a:ext>
            </a:extLst>
          </p:cNvPr>
          <p:cNvSpPr>
            <a:spLocks noGrp="1"/>
          </p:cNvSpPr>
          <p:nvPr>
            <p:ph sz="half" idx="1" hasCustomPrompt="1"/>
          </p:nvPr>
        </p:nvSpPr>
        <p:spPr>
          <a:xfrm>
            <a:off x="360362" y="1799999"/>
            <a:ext cx="5591175" cy="4518000"/>
          </a:xfrm>
        </p:spPr>
        <p:txBody>
          <a:bodyPr/>
          <a:lstStyle>
            <a:lvl1pPr rtl="0">
              <a:defRPr/>
            </a:lvl1pPr>
            <a:lvl2pPr rtl="0">
              <a:defRPr/>
            </a:lvl2pPr>
            <a:lvl3pPr rtl="0">
              <a:defRPr/>
            </a:lvl3pPr>
            <a:lvl4pPr rtl="0">
              <a:defRPr/>
            </a:lvl4pPr>
            <a:lvl5pPr rtl="0">
              <a:defRPr/>
            </a:lvl5pPr>
          </a:lstStyle>
          <a:p>
            <a:pPr lvl="0"/>
            <a:r>
              <a:rPr lang="en-US" noProof="0" dirty="0" err="1"/>
              <a:t>Mastertextformat</a:t>
            </a:r>
            <a:r>
              <a:rPr lang="en-US" noProof="0" dirty="0"/>
              <a:t> </a:t>
            </a:r>
            <a:r>
              <a:rPr lang="en-US" noProof="0" dirty="0" err="1"/>
              <a:t>bearbeiten</a:t>
            </a:r>
            <a:endParaRPr lang="en-US" noProof="0" dirty="0"/>
          </a:p>
          <a:p>
            <a:pPr lvl="1"/>
            <a:r>
              <a:rPr lang="en-US" noProof="0" dirty="0" err="1"/>
              <a:t>Zweite</a:t>
            </a:r>
            <a:r>
              <a:rPr lang="en-US" noProof="0" dirty="0"/>
              <a:t> Ebene</a:t>
            </a:r>
          </a:p>
          <a:p>
            <a:pPr lvl="2"/>
            <a:r>
              <a:rPr lang="en-US" noProof="0" dirty="0" err="1"/>
              <a:t>Dritte</a:t>
            </a:r>
            <a:r>
              <a:rPr lang="en-US" noProof="0" dirty="0"/>
              <a:t> Ebene</a:t>
            </a:r>
          </a:p>
          <a:p>
            <a:pPr lvl="3"/>
            <a:r>
              <a:rPr lang="en-US" noProof="0" dirty="0" err="1"/>
              <a:t>Vierte</a:t>
            </a:r>
            <a:r>
              <a:rPr lang="en-US" noProof="0" dirty="0"/>
              <a:t> Ebene</a:t>
            </a:r>
          </a:p>
          <a:p>
            <a:pPr lvl="4"/>
            <a:r>
              <a:rPr lang="en-US" noProof="0" dirty="0" err="1"/>
              <a:t>Fünfte</a:t>
            </a:r>
            <a:r>
              <a:rPr lang="en-US" noProof="0" dirty="0"/>
              <a:t> Ebene</a:t>
            </a:r>
          </a:p>
        </p:txBody>
      </p:sp>
      <p:sp>
        <p:nvSpPr>
          <p:cNvPr id="2" name="Title">
            <a:extLst>
              <a:ext uri="{FF2B5EF4-FFF2-40B4-BE49-F238E27FC236}">
                <a16:creationId xmlns:a16="http://schemas.microsoft.com/office/drawing/2014/main" id="{5F9BD10A-C2D6-4AAB-81E0-AE2109049063}"/>
              </a:ext>
            </a:extLst>
          </p:cNvPr>
          <p:cNvSpPr>
            <a:spLocks noGrp="1"/>
          </p:cNvSpPr>
          <p:nvPr>
            <p:ph type="title" hasCustomPrompt="1"/>
          </p:nvPr>
        </p:nvSpPr>
        <p:spPr/>
        <p:txBody>
          <a:bodyPr vert="horz"/>
          <a:lstStyle>
            <a:lvl1pPr rtl="0">
              <a:defRPr/>
            </a:lvl1pPr>
          </a:lstStyle>
          <a:p>
            <a:r>
              <a:rPr lang="en-US" dirty="0"/>
              <a:t>Headline of the Slide with a Maximum Length of Two Lines</a:t>
            </a:r>
            <a:endParaRPr lang="en-US" noProof="0" dirty="0"/>
          </a:p>
        </p:txBody>
      </p:sp>
      <p:sp>
        <p:nvSpPr>
          <p:cNvPr id="8" name="Chapter">
            <a:extLst>
              <a:ext uri="{FF2B5EF4-FFF2-40B4-BE49-F238E27FC236}">
                <a16:creationId xmlns:a16="http://schemas.microsoft.com/office/drawing/2014/main" id="{9F511298-DC0E-4550-AEAA-AAE6E08F28B8}"/>
              </a:ext>
            </a:extLst>
          </p:cNvPr>
          <p:cNvSpPr>
            <a:spLocks noGrp="1"/>
          </p:cNvSpPr>
          <p:nvPr>
            <p:ph type="body" sz="quarter" idx="13" hasCustomPrompt="1"/>
          </p:nvPr>
        </p:nvSpPr>
        <p:spPr>
          <a:xfrm>
            <a:off x="360000" y="360000"/>
            <a:ext cx="7549200" cy="258763"/>
          </a:xfrm>
        </p:spPr>
        <p:txBody>
          <a:bodyPr/>
          <a:lstStyle>
            <a:lvl1pPr marL="0" indent="0" rtl="0">
              <a:buNone/>
              <a:defRPr sz="1200">
                <a:solidFill>
                  <a:schemeClr val="accent1"/>
                </a:solidFill>
              </a:defRPr>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noProof="0" dirty="0"/>
              <a:t>Chapter Title (no headline)</a:t>
            </a:r>
          </a:p>
          <a:p>
            <a:pPr lvl="0"/>
            <a:endParaRPr lang="en-US" noProof="0" dirty="0"/>
          </a:p>
        </p:txBody>
      </p:sp>
    </p:spTree>
    <p:extLst>
      <p:ext uri="{BB962C8B-B14F-4D97-AF65-F5344CB8AC3E}">
        <p14:creationId xmlns:p14="http://schemas.microsoft.com/office/powerpoint/2010/main" val="15321548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 element and image #1">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28FC46C5-30CB-49C5-9DD6-67231F303401}"/>
              </a:ext>
            </a:extLst>
          </p:cNvPr>
          <p:cNvGraphicFramePr>
            <a:graphicFrameLocks noChangeAspect="1"/>
          </p:cNvGraphicFramePr>
          <p:nvPr userDrawn="1">
            <p:custDataLst>
              <p:tags r:id="rId1"/>
            </p:custDataLst>
            <p:extLst>
              <p:ext uri="{D42A27DB-BD31-4B8C-83A1-F6EECF244321}">
                <p14:modId xmlns:p14="http://schemas.microsoft.com/office/powerpoint/2010/main" val="40174937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0" imgH="469" progId="TCLayout.ActiveDocument.1">
                  <p:embed/>
                </p:oleObj>
              </mc:Choice>
              <mc:Fallback>
                <p:oleObj name="think-cell Slide" r:id="rId3" imgW="470" imgH="469"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Pagenumber">
            <a:extLst>
              <a:ext uri="{FF2B5EF4-FFF2-40B4-BE49-F238E27FC236}">
                <a16:creationId xmlns:a16="http://schemas.microsoft.com/office/drawing/2014/main" id="{4F6E0ADB-8058-4652-8F48-21C8CF77EBA6}"/>
              </a:ext>
            </a:extLst>
          </p:cNvPr>
          <p:cNvSpPr>
            <a:spLocks noGrp="1"/>
          </p:cNvSpPr>
          <p:nvPr>
            <p:ph type="sldNum" sz="quarter" idx="12"/>
          </p:nvPr>
        </p:nvSpPr>
        <p:spPr/>
        <p:txBody>
          <a:bodyPr/>
          <a:lstStyle>
            <a:lvl1pPr rtl="0">
              <a:defRPr/>
            </a:lvl1pPr>
          </a:lstStyle>
          <a:p>
            <a:fld id="{0CE2C118-78B0-4948-9692-2E57815A59D4}" type="slidenum">
              <a:rPr lang="en-US" noProof="0" smtClean="0"/>
              <a:pPr/>
              <a:t>‹#›</a:t>
            </a:fld>
            <a:endParaRPr lang="en-US" noProof="0" dirty="0"/>
          </a:p>
        </p:txBody>
      </p:sp>
      <p:sp>
        <p:nvSpPr>
          <p:cNvPr id="6" name="Footer">
            <a:extLst>
              <a:ext uri="{FF2B5EF4-FFF2-40B4-BE49-F238E27FC236}">
                <a16:creationId xmlns:a16="http://schemas.microsoft.com/office/drawing/2014/main" id="{77B17D79-02A5-463C-A7F3-A92241A9CD16}"/>
              </a:ext>
            </a:extLst>
          </p:cNvPr>
          <p:cNvSpPr>
            <a:spLocks noGrp="1"/>
          </p:cNvSpPr>
          <p:nvPr>
            <p:ph type="ftr" sz="quarter" idx="11"/>
          </p:nvPr>
        </p:nvSpPr>
        <p:spPr/>
        <p:txBody>
          <a:bodyPr/>
          <a:lstStyle>
            <a:lvl1pPr rtl="0">
              <a:defRPr/>
            </a:lvl1pPr>
          </a:lstStyle>
          <a:p>
            <a:r>
              <a:rPr lang="en-US" noProof="0"/>
              <a:t>YeJun Kim / SM JP INT</a:t>
            </a:r>
          </a:p>
        </p:txBody>
      </p:sp>
      <p:sp>
        <p:nvSpPr>
          <p:cNvPr id="5" name="Date">
            <a:extLst>
              <a:ext uri="{FF2B5EF4-FFF2-40B4-BE49-F238E27FC236}">
                <a16:creationId xmlns:a16="http://schemas.microsoft.com/office/drawing/2014/main" id="{9FF4EC82-580C-4586-8F94-B52AC4B8F68F}"/>
              </a:ext>
            </a:extLst>
          </p:cNvPr>
          <p:cNvSpPr>
            <a:spLocks noGrp="1"/>
          </p:cNvSpPr>
          <p:nvPr>
            <p:ph type="dt" sz="half" idx="10"/>
          </p:nvPr>
        </p:nvSpPr>
        <p:spPr/>
        <p:txBody>
          <a:bodyPr/>
          <a:lstStyle>
            <a:lvl1pPr rtl="0">
              <a:defRPr/>
            </a:lvl1pPr>
          </a:lstStyle>
          <a:p>
            <a:r>
              <a:rPr lang="de-DE" noProof="0"/>
              <a:t>2026-07-01</a:t>
            </a:r>
            <a:endParaRPr lang="en-US" noProof="0" dirty="0"/>
          </a:p>
        </p:txBody>
      </p:sp>
      <p:sp>
        <p:nvSpPr>
          <p:cNvPr id="3" name="Content 1">
            <a:extLst>
              <a:ext uri="{FF2B5EF4-FFF2-40B4-BE49-F238E27FC236}">
                <a16:creationId xmlns:a16="http://schemas.microsoft.com/office/drawing/2014/main" id="{EAB99FF0-D2F6-49B1-8163-8F41F44BD37E}"/>
              </a:ext>
            </a:extLst>
          </p:cNvPr>
          <p:cNvSpPr>
            <a:spLocks noGrp="1"/>
          </p:cNvSpPr>
          <p:nvPr>
            <p:ph sz="half" idx="1" hasCustomPrompt="1"/>
          </p:nvPr>
        </p:nvSpPr>
        <p:spPr>
          <a:xfrm>
            <a:off x="360362" y="1799999"/>
            <a:ext cx="5591175" cy="4518000"/>
          </a:xfrm>
        </p:spPr>
        <p:txBody>
          <a:bodyPr/>
          <a:lstStyle>
            <a:lvl1pPr rtl="0">
              <a:defRPr/>
            </a:lvl1pPr>
            <a:lvl2pPr rtl="0">
              <a:defRPr/>
            </a:lvl2pPr>
            <a:lvl3pPr rtl="0">
              <a:defRPr/>
            </a:lvl3pPr>
            <a:lvl4pPr rtl="0">
              <a:defRPr/>
            </a:lvl4pPr>
            <a:lvl5pPr rtl="0">
              <a:defRPr/>
            </a:lvl5pPr>
          </a:lstStyle>
          <a:p>
            <a:pPr lvl="0"/>
            <a:r>
              <a:rPr lang="en-US" noProof="0" dirty="0" err="1"/>
              <a:t>Mastertextformat</a:t>
            </a:r>
            <a:r>
              <a:rPr lang="en-US" noProof="0" dirty="0"/>
              <a:t> </a:t>
            </a:r>
            <a:r>
              <a:rPr lang="en-US" noProof="0" dirty="0" err="1"/>
              <a:t>bearbeiten</a:t>
            </a:r>
            <a:endParaRPr lang="en-US" noProof="0" dirty="0"/>
          </a:p>
          <a:p>
            <a:pPr lvl="1"/>
            <a:r>
              <a:rPr lang="en-US" noProof="0" dirty="0" err="1"/>
              <a:t>Zweite</a:t>
            </a:r>
            <a:r>
              <a:rPr lang="en-US" noProof="0" dirty="0"/>
              <a:t> Ebene</a:t>
            </a:r>
          </a:p>
          <a:p>
            <a:pPr lvl="2"/>
            <a:r>
              <a:rPr lang="en-US" noProof="0" dirty="0" err="1"/>
              <a:t>Dritte</a:t>
            </a:r>
            <a:r>
              <a:rPr lang="en-US" noProof="0" dirty="0"/>
              <a:t> Ebene</a:t>
            </a:r>
          </a:p>
          <a:p>
            <a:pPr lvl="3"/>
            <a:r>
              <a:rPr lang="en-US" noProof="0" dirty="0" err="1"/>
              <a:t>Vierte</a:t>
            </a:r>
            <a:r>
              <a:rPr lang="en-US" noProof="0" dirty="0"/>
              <a:t> Ebene</a:t>
            </a:r>
          </a:p>
          <a:p>
            <a:pPr lvl="4"/>
            <a:r>
              <a:rPr lang="en-US" noProof="0" dirty="0" err="1"/>
              <a:t>Fünfte</a:t>
            </a:r>
            <a:r>
              <a:rPr lang="en-US" noProof="0" dirty="0"/>
              <a:t> Ebene</a:t>
            </a:r>
          </a:p>
        </p:txBody>
      </p:sp>
      <p:sp>
        <p:nvSpPr>
          <p:cNvPr id="2" name="Title">
            <a:extLst>
              <a:ext uri="{FF2B5EF4-FFF2-40B4-BE49-F238E27FC236}">
                <a16:creationId xmlns:a16="http://schemas.microsoft.com/office/drawing/2014/main" id="{5F9BD10A-C2D6-4AAB-81E0-AE2109049063}"/>
              </a:ext>
            </a:extLst>
          </p:cNvPr>
          <p:cNvSpPr>
            <a:spLocks noGrp="1"/>
          </p:cNvSpPr>
          <p:nvPr>
            <p:ph type="title" hasCustomPrompt="1"/>
          </p:nvPr>
        </p:nvSpPr>
        <p:spPr/>
        <p:txBody>
          <a:bodyPr vert="horz"/>
          <a:lstStyle>
            <a:lvl1pPr rtl="0">
              <a:defRPr/>
            </a:lvl1pPr>
          </a:lstStyle>
          <a:p>
            <a:r>
              <a:rPr lang="en-US" dirty="0"/>
              <a:t>Headline of the Slide with a Maximum Length of Two Lines</a:t>
            </a:r>
            <a:endParaRPr lang="en-US" noProof="0" dirty="0"/>
          </a:p>
        </p:txBody>
      </p:sp>
      <p:sp>
        <p:nvSpPr>
          <p:cNvPr id="8" name="Chapter">
            <a:extLst>
              <a:ext uri="{FF2B5EF4-FFF2-40B4-BE49-F238E27FC236}">
                <a16:creationId xmlns:a16="http://schemas.microsoft.com/office/drawing/2014/main" id="{9F511298-DC0E-4550-AEAA-AAE6E08F28B8}"/>
              </a:ext>
            </a:extLst>
          </p:cNvPr>
          <p:cNvSpPr>
            <a:spLocks noGrp="1"/>
          </p:cNvSpPr>
          <p:nvPr>
            <p:ph type="body" sz="quarter" idx="13" hasCustomPrompt="1"/>
          </p:nvPr>
        </p:nvSpPr>
        <p:spPr>
          <a:xfrm>
            <a:off x="360000" y="360000"/>
            <a:ext cx="7549200" cy="258763"/>
          </a:xfrm>
        </p:spPr>
        <p:txBody>
          <a:bodyPr/>
          <a:lstStyle>
            <a:lvl1pPr marL="0" indent="0" rtl="0">
              <a:buNone/>
              <a:defRPr sz="1200">
                <a:solidFill>
                  <a:schemeClr val="accent1"/>
                </a:solidFill>
              </a:defRPr>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noProof="0" dirty="0"/>
              <a:t>Chapter Title (no headline)</a:t>
            </a:r>
          </a:p>
          <a:p>
            <a:pPr lvl="0"/>
            <a:endParaRPr lang="en-US" noProof="0" dirty="0"/>
          </a:p>
        </p:txBody>
      </p:sp>
      <p:sp>
        <p:nvSpPr>
          <p:cNvPr id="10" name="Bildplatzhalter 9">
            <a:extLst>
              <a:ext uri="{FF2B5EF4-FFF2-40B4-BE49-F238E27FC236}">
                <a16:creationId xmlns:a16="http://schemas.microsoft.com/office/drawing/2014/main" id="{BCB7BB9B-1DD9-4277-8388-D856275721F2}"/>
              </a:ext>
            </a:extLst>
          </p:cNvPr>
          <p:cNvSpPr>
            <a:spLocks noGrp="1"/>
          </p:cNvSpPr>
          <p:nvPr>
            <p:ph type="pic" sz="quarter" idx="14" hasCustomPrompt="1"/>
          </p:nvPr>
        </p:nvSpPr>
        <p:spPr>
          <a:xfrm>
            <a:off x="6242050" y="1798638"/>
            <a:ext cx="5591175" cy="4519612"/>
          </a:xfrm>
          <a:solidFill>
            <a:srgbClr val="ECECED"/>
          </a:solidFill>
        </p:spPr>
        <p:txBody>
          <a:bodyPr anchor="ctr"/>
          <a:lstStyle>
            <a:lvl1pPr marL="0" indent="0" algn="ctr" rtl="0">
              <a:buNone/>
              <a:defRPr>
                <a:solidFill>
                  <a:schemeClr val="bg1"/>
                </a:solidFill>
              </a:defRPr>
            </a:lvl1pPr>
          </a:lstStyle>
          <a:p>
            <a:r>
              <a:rPr lang="en-US" noProof="0" dirty="0"/>
              <a:t>Click to add image</a:t>
            </a:r>
          </a:p>
        </p:txBody>
      </p:sp>
    </p:spTree>
    <p:extLst>
      <p:ext uri="{BB962C8B-B14F-4D97-AF65-F5344CB8AC3E}">
        <p14:creationId xmlns:p14="http://schemas.microsoft.com/office/powerpoint/2010/main" val="28493711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 element and image #2">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A877D5C8-51CF-4516-BC67-9196B97C9110}"/>
              </a:ext>
            </a:extLst>
          </p:cNvPr>
          <p:cNvGraphicFramePr>
            <a:graphicFrameLocks noChangeAspect="1"/>
          </p:cNvGraphicFramePr>
          <p:nvPr userDrawn="1">
            <p:custDataLst>
              <p:tags r:id="rId1"/>
            </p:custDataLst>
            <p:extLst>
              <p:ext uri="{D42A27DB-BD31-4B8C-83A1-F6EECF244321}">
                <p14:modId xmlns:p14="http://schemas.microsoft.com/office/powerpoint/2010/main" val="301938223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0" imgH="469" progId="TCLayout.ActiveDocument.1">
                  <p:embed/>
                </p:oleObj>
              </mc:Choice>
              <mc:Fallback>
                <p:oleObj name="think-cell Slide" r:id="rId3" imgW="470" imgH="469"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Pagenumber">
            <a:extLst>
              <a:ext uri="{FF2B5EF4-FFF2-40B4-BE49-F238E27FC236}">
                <a16:creationId xmlns:a16="http://schemas.microsoft.com/office/drawing/2014/main" id="{4F6E0ADB-8058-4652-8F48-21C8CF77EBA6}"/>
              </a:ext>
            </a:extLst>
          </p:cNvPr>
          <p:cNvSpPr>
            <a:spLocks noGrp="1"/>
          </p:cNvSpPr>
          <p:nvPr>
            <p:ph type="sldNum" sz="quarter" idx="12"/>
          </p:nvPr>
        </p:nvSpPr>
        <p:spPr/>
        <p:txBody>
          <a:bodyPr/>
          <a:lstStyle>
            <a:lvl1pPr rtl="0">
              <a:defRPr/>
            </a:lvl1pPr>
          </a:lstStyle>
          <a:p>
            <a:fld id="{0CE2C118-78B0-4948-9692-2E57815A59D4}" type="slidenum">
              <a:rPr lang="en-US" noProof="0" smtClean="0"/>
              <a:pPr/>
              <a:t>‹#›</a:t>
            </a:fld>
            <a:endParaRPr lang="en-US" noProof="0" dirty="0"/>
          </a:p>
        </p:txBody>
      </p:sp>
      <p:sp>
        <p:nvSpPr>
          <p:cNvPr id="6" name="Footer">
            <a:extLst>
              <a:ext uri="{FF2B5EF4-FFF2-40B4-BE49-F238E27FC236}">
                <a16:creationId xmlns:a16="http://schemas.microsoft.com/office/drawing/2014/main" id="{77B17D79-02A5-463C-A7F3-A92241A9CD16}"/>
              </a:ext>
            </a:extLst>
          </p:cNvPr>
          <p:cNvSpPr>
            <a:spLocks noGrp="1"/>
          </p:cNvSpPr>
          <p:nvPr>
            <p:ph type="ftr" sz="quarter" idx="11"/>
          </p:nvPr>
        </p:nvSpPr>
        <p:spPr/>
        <p:txBody>
          <a:bodyPr/>
          <a:lstStyle>
            <a:lvl1pPr rtl="0">
              <a:defRPr/>
            </a:lvl1pPr>
          </a:lstStyle>
          <a:p>
            <a:r>
              <a:rPr lang="en-US" noProof="0"/>
              <a:t>YeJun Kim / SM JP INT</a:t>
            </a:r>
          </a:p>
        </p:txBody>
      </p:sp>
      <p:sp>
        <p:nvSpPr>
          <p:cNvPr id="5" name="Date">
            <a:extLst>
              <a:ext uri="{FF2B5EF4-FFF2-40B4-BE49-F238E27FC236}">
                <a16:creationId xmlns:a16="http://schemas.microsoft.com/office/drawing/2014/main" id="{9FF4EC82-580C-4586-8F94-B52AC4B8F68F}"/>
              </a:ext>
            </a:extLst>
          </p:cNvPr>
          <p:cNvSpPr>
            <a:spLocks noGrp="1"/>
          </p:cNvSpPr>
          <p:nvPr>
            <p:ph type="dt" sz="half" idx="10"/>
          </p:nvPr>
        </p:nvSpPr>
        <p:spPr/>
        <p:txBody>
          <a:bodyPr/>
          <a:lstStyle>
            <a:lvl1pPr rtl="0">
              <a:defRPr/>
            </a:lvl1pPr>
          </a:lstStyle>
          <a:p>
            <a:r>
              <a:rPr lang="de-DE" noProof="0"/>
              <a:t>2026-07-01</a:t>
            </a:r>
            <a:endParaRPr lang="en-US" noProof="0" dirty="0"/>
          </a:p>
        </p:txBody>
      </p:sp>
      <p:sp>
        <p:nvSpPr>
          <p:cNvPr id="3" name="Content 1">
            <a:extLst>
              <a:ext uri="{FF2B5EF4-FFF2-40B4-BE49-F238E27FC236}">
                <a16:creationId xmlns:a16="http://schemas.microsoft.com/office/drawing/2014/main" id="{EAB99FF0-D2F6-49B1-8163-8F41F44BD37E}"/>
              </a:ext>
            </a:extLst>
          </p:cNvPr>
          <p:cNvSpPr>
            <a:spLocks noGrp="1"/>
          </p:cNvSpPr>
          <p:nvPr>
            <p:ph sz="half" idx="1" hasCustomPrompt="1"/>
          </p:nvPr>
        </p:nvSpPr>
        <p:spPr>
          <a:xfrm>
            <a:off x="360362" y="1799999"/>
            <a:ext cx="5591175" cy="4518000"/>
          </a:xfrm>
        </p:spPr>
        <p:txBody>
          <a:bodyPr/>
          <a:lstStyle>
            <a:lvl1pPr rtl="0">
              <a:defRPr/>
            </a:lvl1pPr>
            <a:lvl2pPr rtl="0">
              <a:defRPr/>
            </a:lvl2pPr>
            <a:lvl3pPr rtl="0">
              <a:defRPr/>
            </a:lvl3pPr>
            <a:lvl4pPr rtl="0">
              <a:defRPr/>
            </a:lvl4pPr>
            <a:lvl5pPr rtl="0">
              <a:defRPr/>
            </a:lvl5pPr>
          </a:lstStyle>
          <a:p>
            <a:pPr lvl="0"/>
            <a:r>
              <a:rPr lang="en-US" noProof="0" dirty="0" err="1"/>
              <a:t>Mastertextformat</a:t>
            </a:r>
            <a:r>
              <a:rPr lang="en-US" noProof="0" dirty="0"/>
              <a:t> </a:t>
            </a:r>
            <a:r>
              <a:rPr lang="en-US" noProof="0" dirty="0" err="1"/>
              <a:t>bearbeiten</a:t>
            </a:r>
            <a:endParaRPr lang="en-US" noProof="0" dirty="0"/>
          </a:p>
          <a:p>
            <a:pPr lvl="1"/>
            <a:r>
              <a:rPr lang="en-US" noProof="0" dirty="0" err="1"/>
              <a:t>Zweite</a:t>
            </a:r>
            <a:r>
              <a:rPr lang="en-US" noProof="0" dirty="0"/>
              <a:t> Ebene</a:t>
            </a:r>
          </a:p>
          <a:p>
            <a:pPr lvl="2"/>
            <a:r>
              <a:rPr lang="en-US" noProof="0" dirty="0" err="1"/>
              <a:t>Dritte</a:t>
            </a:r>
            <a:r>
              <a:rPr lang="en-US" noProof="0" dirty="0"/>
              <a:t> Ebene</a:t>
            </a:r>
          </a:p>
          <a:p>
            <a:pPr lvl="3"/>
            <a:r>
              <a:rPr lang="en-US" noProof="0" dirty="0" err="1"/>
              <a:t>Vierte</a:t>
            </a:r>
            <a:r>
              <a:rPr lang="en-US" noProof="0" dirty="0"/>
              <a:t> Ebene</a:t>
            </a:r>
          </a:p>
          <a:p>
            <a:pPr lvl="4"/>
            <a:r>
              <a:rPr lang="en-US" noProof="0" dirty="0" err="1"/>
              <a:t>Fünfte</a:t>
            </a:r>
            <a:r>
              <a:rPr lang="en-US" noProof="0" dirty="0"/>
              <a:t> Ebene</a:t>
            </a:r>
          </a:p>
        </p:txBody>
      </p:sp>
      <p:sp>
        <p:nvSpPr>
          <p:cNvPr id="2" name="Title">
            <a:extLst>
              <a:ext uri="{FF2B5EF4-FFF2-40B4-BE49-F238E27FC236}">
                <a16:creationId xmlns:a16="http://schemas.microsoft.com/office/drawing/2014/main" id="{5F9BD10A-C2D6-4AAB-81E0-AE2109049063}"/>
              </a:ext>
            </a:extLst>
          </p:cNvPr>
          <p:cNvSpPr>
            <a:spLocks noGrp="1"/>
          </p:cNvSpPr>
          <p:nvPr>
            <p:ph type="title" hasCustomPrompt="1"/>
          </p:nvPr>
        </p:nvSpPr>
        <p:spPr>
          <a:xfrm>
            <a:off x="360000" y="900000"/>
            <a:ext cx="5588363" cy="720000"/>
          </a:xfrm>
        </p:spPr>
        <p:txBody>
          <a:bodyPr vert="horz"/>
          <a:lstStyle>
            <a:lvl1pPr rtl="0">
              <a:defRPr/>
            </a:lvl1pPr>
          </a:lstStyle>
          <a:p>
            <a:r>
              <a:rPr lang="en-US" dirty="0"/>
              <a:t>Headline of the Slide with a Maximum Length of Three Lines</a:t>
            </a:r>
            <a:endParaRPr lang="en-US" noProof="0" dirty="0"/>
          </a:p>
        </p:txBody>
      </p:sp>
      <p:sp>
        <p:nvSpPr>
          <p:cNvPr id="8" name="Chapter">
            <a:extLst>
              <a:ext uri="{FF2B5EF4-FFF2-40B4-BE49-F238E27FC236}">
                <a16:creationId xmlns:a16="http://schemas.microsoft.com/office/drawing/2014/main" id="{9F511298-DC0E-4550-AEAA-AAE6E08F28B8}"/>
              </a:ext>
            </a:extLst>
          </p:cNvPr>
          <p:cNvSpPr>
            <a:spLocks noGrp="1"/>
          </p:cNvSpPr>
          <p:nvPr>
            <p:ph type="body" sz="quarter" idx="13" hasCustomPrompt="1"/>
          </p:nvPr>
        </p:nvSpPr>
        <p:spPr>
          <a:xfrm>
            <a:off x="360000" y="360000"/>
            <a:ext cx="7549200" cy="258763"/>
          </a:xfrm>
        </p:spPr>
        <p:txBody>
          <a:bodyPr/>
          <a:lstStyle>
            <a:lvl1pPr marL="0" indent="0" rtl="0">
              <a:buNone/>
              <a:defRPr sz="1200">
                <a:solidFill>
                  <a:schemeClr val="accent1"/>
                </a:solidFill>
              </a:defRPr>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noProof="0" dirty="0"/>
              <a:t>Chapter Title (no headline)</a:t>
            </a:r>
          </a:p>
          <a:p>
            <a:pPr lvl="0"/>
            <a:endParaRPr lang="en-US" noProof="0" dirty="0"/>
          </a:p>
        </p:txBody>
      </p:sp>
      <p:sp>
        <p:nvSpPr>
          <p:cNvPr id="10" name="Bildplatzhalter 9">
            <a:extLst>
              <a:ext uri="{FF2B5EF4-FFF2-40B4-BE49-F238E27FC236}">
                <a16:creationId xmlns:a16="http://schemas.microsoft.com/office/drawing/2014/main" id="{BCB7BB9B-1DD9-4277-8388-D856275721F2}"/>
              </a:ext>
            </a:extLst>
          </p:cNvPr>
          <p:cNvSpPr>
            <a:spLocks noGrp="1"/>
          </p:cNvSpPr>
          <p:nvPr>
            <p:ph type="pic" sz="quarter" idx="14" hasCustomPrompt="1"/>
          </p:nvPr>
        </p:nvSpPr>
        <p:spPr>
          <a:xfrm>
            <a:off x="6242050" y="898525"/>
            <a:ext cx="5591175" cy="5419725"/>
          </a:xfrm>
          <a:solidFill>
            <a:srgbClr val="ECECED"/>
          </a:solidFill>
        </p:spPr>
        <p:txBody>
          <a:bodyPr anchor="ctr"/>
          <a:lstStyle>
            <a:lvl1pPr marL="0" indent="0" algn="ctr" rtl="0">
              <a:buNone/>
              <a:defRPr>
                <a:solidFill>
                  <a:schemeClr val="bg1"/>
                </a:solidFill>
              </a:defRPr>
            </a:lvl1pPr>
          </a:lstStyle>
          <a:p>
            <a:r>
              <a:rPr lang="en-US" noProof="0" dirty="0"/>
              <a:t>Click to add image</a:t>
            </a:r>
          </a:p>
        </p:txBody>
      </p:sp>
    </p:spTree>
    <p:extLst>
      <p:ext uri="{BB962C8B-B14F-4D97-AF65-F5344CB8AC3E}">
        <p14:creationId xmlns:p14="http://schemas.microsoft.com/office/powerpoint/2010/main" val="38603657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 element and image #3">
    <p:spTree>
      <p:nvGrpSpPr>
        <p:cNvPr id="1" name=""/>
        <p:cNvGrpSpPr/>
        <p:nvPr/>
      </p:nvGrpSpPr>
      <p:grpSpPr>
        <a:xfrm>
          <a:off x="0" y="0"/>
          <a:ext cx="0" cy="0"/>
          <a:chOff x="0" y="0"/>
          <a:chExt cx="0" cy="0"/>
        </a:xfrm>
      </p:grpSpPr>
      <p:graphicFrame>
        <p:nvGraphicFramePr>
          <p:cNvPr id="11" name="Object 10" hidden="1">
            <a:extLst>
              <a:ext uri="{FF2B5EF4-FFF2-40B4-BE49-F238E27FC236}">
                <a16:creationId xmlns:a16="http://schemas.microsoft.com/office/drawing/2014/main" id="{C47BC53A-0EC6-4BF5-8AE4-DB366E4A51D1}"/>
              </a:ext>
            </a:extLst>
          </p:cNvPr>
          <p:cNvGraphicFramePr>
            <a:graphicFrameLocks noChangeAspect="1"/>
          </p:cNvGraphicFramePr>
          <p:nvPr userDrawn="1">
            <p:custDataLst>
              <p:tags r:id="rId1"/>
            </p:custDataLst>
            <p:extLst>
              <p:ext uri="{D42A27DB-BD31-4B8C-83A1-F6EECF244321}">
                <p14:modId xmlns:p14="http://schemas.microsoft.com/office/powerpoint/2010/main" val="35312645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0" imgH="469" progId="TCLayout.ActiveDocument.1">
                  <p:embed/>
                </p:oleObj>
              </mc:Choice>
              <mc:Fallback>
                <p:oleObj name="think-cell Slide" r:id="rId3" imgW="470" imgH="469"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Bildplatzhalter 9">
            <a:extLst>
              <a:ext uri="{FF2B5EF4-FFF2-40B4-BE49-F238E27FC236}">
                <a16:creationId xmlns:a16="http://schemas.microsoft.com/office/drawing/2014/main" id="{BCB7BB9B-1DD9-4277-8388-D856275721F2}"/>
              </a:ext>
            </a:extLst>
          </p:cNvPr>
          <p:cNvSpPr>
            <a:spLocks noGrp="1"/>
          </p:cNvSpPr>
          <p:nvPr>
            <p:ph type="pic" sz="quarter" idx="14" hasCustomPrompt="1"/>
          </p:nvPr>
        </p:nvSpPr>
        <p:spPr>
          <a:xfrm>
            <a:off x="6242050" y="0"/>
            <a:ext cx="5949950" cy="6786000"/>
          </a:xfrm>
          <a:solidFill>
            <a:srgbClr val="ECECED"/>
          </a:solidFill>
        </p:spPr>
        <p:txBody>
          <a:bodyPr anchor="ctr"/>
          <a:lstStyle>
            <a:lvl1pPr marL="0" indent="0" algn="ctr" rtl="0">
              <a:buNone/>
              <a:defRPr>
                <a:solidFill>
                  <a:schemeClr val="bg1"/>
                </a:solidFill>
              </a:defRPr>
            </a:lvl1pPr>
          </a:lstStyle>
          <a:p>
            <a:r>
              <a:rPr lang="en-US" noProof="0" dirty="0"/>
              <a:t>Click to add image</a:t>
            </a:r>
          </a:p>
        </p:txBody>
      </p:sp>
      <p:sp>
        <p:nvSpPr>
          <p:cNvPr id="7" name="Pagenumber">
            <a:extLst>
              <a:ext uri="{FF2B5EF4-FFF2-40B4-BE49-F238E27FC236}">
                <a16:creationId xmlns:a16="http://schemas.microsoft.com/office/drawing/2014/main" id="{4F6E0ADB-8058-4652-8F48-21C8CF77EBA6}"/>
              </a:ext>
            </a:extLst>
          </p:cNvPr>
          <p:cNvSpPr>
            <a:spLocks noGrp="1"/>
          </p:cNvSpPr>
          <p:nvPr>
            <p:ph type="sldNum" sz="quarter" idx="12"/>
          </p:nvPr>
        </p:nvSpPr>
        <p:spPr/>
        <p:txBody>
          <a:bodyPr/>
          <a:lstStyle>
            <a:lvl1pPr rtl="0">
              <a:defRPr>
                <a:solidFill>
                  <a:schemeClr val="bg1"/>
                </a:solidFill>
              </a:defRPr>
            </a:lvl1pPr>
          </a:lstStyle>
          <a:p>
            <a:fld id="{0CE2C118-78B0-4948-9692-2E57815A59D4}" type="slidenum">
              <a:rPr lang="en-US" noProof="0" smtClean="0"/>
              <a:pPr/>
              <a:t>‹#›</a:t>
            </a:fld>
            <a:endParaRPr lang="en-US" noProof="0" dirty="0"/>
          </a:p>
        </p:txBody>
      </p:sp>
      <p:sp>
        <p:nvSpPr>
          <p:cNvPr id="6" name="Footer">
            <a:extLst>
              <a:ext uri="{FF2B5EF4-FFF2-40B4-BE49-F238E27FC236}">
                <a16:creationId xmlns:a16="http://schemas.microsoft.com/office/drawing/2014/main" id="{77B17D79-02A5-463C-A7F3-A92241A9CD16}"/>
              </a:ext>
            </a:extLst>
          </p:cNvPr>
          <p:cNvSpPr>
            <a:spLocks noGrp="1"/>
          </p:cNvSpPr>
          <p:nvPr>
            <p:ph type="ftr" sz="quarter" idx="11"/>
          </p:nvPr>
        </p:nvSpPr>
        <p:spPr/>
        <p:txBody>
          <a:bodyPr/>
          <a:lstStyle>
            <a:lvl1pPr rtl="0">
              <a:defRPr>
                <a:solidFill>
                  <a:schemeClr val="bg1"/>
                </a:solidFill>
              </a:defRPr>
            </a:lvl1pPr>
          </a:lstStyle>
          <a:p>
            <a:r>
              <a:rPr lang="en-US" noProof="0"/>
              <a:t>YeJun Kim / SM JP INT</a:t>
            </a:r>
          </a:p>
        </p:txBody>
      </p:sp>
      <p:sp>
        <p:nvSpPr>
          <p:cNvPr id="5" name="Date">
            <a:extLst>
              <a:ext uri="{FF2B5EF4-FFF2-40B4-BE49-F238E27FC236}">
                <a16:creationId xmlns:a16="http://schemas.microsoft.com/office/drawing/2014/main" id="{9FF4EC82-580C-4586-8F94-B52AC4B8F68F}"/>
              </a:ext>
            </a:extLst>
          </p:cNvPr>
          <p:cNvSpPr>
            <a:spLocks noGrp="1"/>
          </p:cNvSpPr>
          <p:nvPr>
            <p:ph type="dt" sz="half" idx="10"/>
          </p:nvPr>
        </p:nvSpPr>
        <p:spPr/>
        <p:txBody>
          <a:bodyPr/>
          <a:lstStyle>
            <a:lvl1pPr rtl="0">
              <a:defRPr>
                <a:solidFill>
                  <a:schemeClr val="bg1"/>
                </a:solidFill>
              </a:defRPr>
            </a:lvl1pPr>
          </a:lstStyle>
          <a:p>
            <a:r>
              <a:rPr lang="de-DE" noProof="0"/>
              <a:t>2026-07-01</a:t>
            </a:r>
            <a:endParaRPr lang="en-US" noProof="0" dirty="0"/>
          </a:p>
        </p:txBody>
      </p:sp>
      <p:sp>
        <p:nvSpPr>
          <p:cNvPr id="3" name="Content 1">
            <a:extLst>
              <a:ext uri="{FF2B5EF4-FFF2-40B4-BE49-F238E27FC236}">
                <a16:creationId xmlns:a16="http://schemas.microsoft.com/office/drawing/2014/main" id="{EAB99FF0-D2F6-49B1-8163-8F41F44BD37E}"/>
              </a:ext>
            </a:extLst>
          </p:cNvPr>
          <p:cNvSpPr>
            <a:spLocks noGrp="1"/>
          </p:cNvSpPr>
          <p:nvPr>
            <p:ph sz="half" idx="1" hasCustomPrompt="1"/>
          </p:nvPr>
        </p:nvSpPr>
        <p:spPr>
          <a:xfrm>
            <a:off x="360362" y="1799999"/>
            <a:ext cx="5591175" cy="4518000"/>
          </a:xfrm>
        </p:spPr>
        <p:txBody>
          <a:bodyPr/>
          <a:lstStyle>
            <a:lvl1pPr rtl="0">
              <a:defRPr/>
            </a:lvl1pPr>
            <a:lvl2pPr rtl="0">
              <a:defRPr/>
            </a:lvl2pPr>
            <a:lvl3pPr rtl="0">
              <a:defRPr/>
            </a:lvl3pPr>
            <a:lvl4pPr rtl="0">
              <a:defRPr/>
            </a:lvl4pPr>
            <a:lvl5pPr rtl="0">
              <a:defRPr/>
            </a:lvl5pPr>
          </a:lstStyle>
          <a:p>
            <a:pPr lvl="0"/>
            <a:r>
              <a:rPr lang="en-US" noProof="0" dirty="0" err="1"/>
              <a:t>Mastertextformat</a:t>
            </a:r>
            <a:r>
              <a:rPr lang="en-US" noProof="0" dirty="0"/>
              <a:t> </a:t>
            </a:r>
            <a:r>
              <a:rPr lang="en-US" noProof="0" dirty="0" err="1"/>
              <a:t>bearbeiten</a:t>
            </a:r>
            <a:endParaRPr lang="en-US" noProof="0" dirty="0"/>
          </a:p>
          <a:p>
            <a:pPr lvl="1"/>
            <a:r>
              <a:rPr lang="en-US" noProof="0" dirty="0" err="1"/>
              <a:t>Zweite</a:t>
            </a:r>
            <a:r>
              <a:rPr lang="en-US" noProof="0" dirty="0"/>
              <a:t> Ebene</a:t>
            </a:r>
          </a:p>
          <a:p>
            <a:pPr lvl="2"/>
            <a:r>
              <a:rPr lang="en-US" noProof="0" dirty="0" err="1"/>
              <a:t>Dritte</a:t>
            </a:r>
            <a:r>
              <a:rPr lang="en-US" noProof="0" dirty="0"/>
              <a:t> Ebene</a:t>
            </a:r>
          </a:p>
          <a:p>
            <a:pPr lvl="3"/>
            <a:r>
              <a:rPr lang="en-US" noProof="0" dirty="0" err="1"/>
              <a:t>Vierte</a:t>
            </a:r>
            <a:r>
              <a:rPr lang="en-US" noProof="0" dirty="0"/>
              <a:t> Ebene</a:t>
            </a:r>
          </a:p>
          <a:p>
            <a:pPr lvl="4"/>
            <a:r>
              <a:rPr lang="en-US" noProof="0" dirty="0" err="1"/>
              <a:t>Fünfte</a:t>
            </a:r>
            <a:r>
              <a:rPr lang="en-US" noProof="0" dirty="0"/>
              <a:t> Ebene</a:t>
            </a:r>
          </a:p>
        </p:txBody>
      </p:sp>
      <p:sp>
        <p:nvSpPr>
          <p:cNvPr id="2" name="Title">
            <a:extLst>
              <a:ext uri="{FF2B5EF4-FFF2-40B4-BE49-F238E27FC236}">
                <a16:creationId xmlns:a16="http://schemas.microsoft.com/office/drawing/2014/main" id="{5F9BD10A-C2D6-4AAB-81E0-AE2109049063}"/>
              </a:ext>
            </a:extLst>
          </p:cNvPr>
          <p:cNvSpPr>
            <a:spLocks noGrp="1"/>
          </p:cNvSpPr>
          <p:nvPr>
            <p:ph type="title" hasCustomPrompt="1"/>
          </p:nvPr>
        </p:nvSpPr>
        <p:spPr>
          <a:xfrm>
            <a:off x="360000" y="900000"/>
            <a:ext cx="5588363" cy="720000"/>
          </a:xfrm>
        </p:spPr>
        <p:txBody>
          <a:bodyPr vert="horz"/>
          <a:lstStyle>
            <a:lvl1pPr rtl="0">
              <a:defRPr/>
            </a:lvl1pPr>
          </a:lstStyle>
          <a:p>
            <a:r>
              <a:rPr lang="en-US" dirty="0"/>
              <a:t>Headline of the Slide with a Maximum Length of Three Lines</a:t>
            </a:r>
            <a:endParaRPr lang="en-US" noProof="0" dirty="0"/>
          </a:p>
        </p:txBody>
      </p:sp>
      <p:sp>
        <p:nvSpPr>
          <p:cNvPr id="8" name="Chapter">
            <a:extLst>
              <a:ext uri="{FF2B5EF4-FFF2-40B4-BE49-F238E27FC236}">
                <a16:creationId xmlns:a16="http://schemas.microsoft.com/office/drawing/2014/main" id="{9F511298-DC0E-4550-AEAA-AAE6E08F28B8}"/>
              </a:ext>
            </a:extLst>
          </p:cNvPr>
          <p:cNvSpPr>
            <a:spLocks noGrp="1"/>
          </p:cNvSpPr>
          <p:nvPr>
            <p:ph type="body" sz="quarter" idx="13" hasCustomPrompt="1"/>
          </p:nvPr>
        </p:nvSpPr>
        <p:spPr>
          <a:xfrm>
            <a:off x="360000" y="360000"/>
            <a:ext cx="5588363" cy="258763"/>
          </a:xfrm>
        </p:spPr>
        <p:txBody>
          <a:bodyPr/>
          <a:lstStyle>
            <a:lvl1pPr marL="0" indent="0" rtl="0">
              <a:buNone/>
              <a:defRPr sz="1200">
                <a:solidFill>
                  <a:schemeClr val="accent1"/>
                </a:solidFill>
              </a:defRPr>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noProof="0" dirty="0"/>
              <a:t>Chapter Title (no headline)</a:t>
            </a:r>
          </a:p>
          <a:p>
            <a:pPr lvl="0"/>
            <a:endParaRPr lang="en-US" noProof="0" dirty="0"/>
          </a:p>
        </p:txBody>
      </p:sp>
      <p:sp>
        <p:nvSpPr>
          <p:cNvPr id="9" name="Line">
            <a:extLst>
              <a:ext uri="{FF2B5EF4-FFF2-40B4-BE49-F238E27FC236}">
                <a16:creationId xmlns:a16="http://schemas.microsoft.com/office/drawing/2014/main" id="{1E266D1B-7643-4D85-B1F4-56D0694F7858}"/>
              </a:ext>
            </a:extLst>
          </p:cNvPr>
          <p:cNvSpPr/>
          <p:nvPr userDrawn="1"/>
        </p:nvSpPr>
        <p:spPr>
          <a:xfrm>
            <a:off x="-2" y="6786000"/>
            <a:ext cx="12192001" cy="7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noProof="0"/>
          </a:p>
        </p:txBody>
      </p:sp>
    </p:spTree>
    <p:extLst>
      <p:ext uri="{BB962C8B-B14F-4D97-AF65-F5344CB8AC3E}">
        <p14:creationId xmlns:p14="http://schemas.microsoft.com/office/powerpoint/2010/main" val="37669448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 element and two images #1">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A8506A9A-1867-4A9B-B3BF-39600ED03F2A}"/>
              </a:ext>
            </a:extLst>
          </p:cNvPr>
          <p:cNvGraphicFramePr>
            <a:graphicFrameLocks noChangeAspect="1"/>
          </p:cNvGraphicFramePr>
          <p:nvPr userDrawn="1">
            <p:custDataLst>
              <p:tags r:id="rId1"/>
            </p:custDataLst>
            <p:extLst>
              <p:ext uri="{D42A27DB-BD31-4B8C-83A1-F6EECF244321}">
                <p14:modId xmlns:p14="http://schemas.microsoft.com/office/powerpoint/2010/main" val="30536527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0" imgH="469" progId="TCLayout.ActiveDocument.1">
                  <p:embed/>
                </p:oleObj>
              </mc:Choice>
              <mc:Fallback>
                <p:oleObj name="think-cell Slide" r:id="rId3" imgW="470" imgH="469"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Pagenumber">
            <a:extLst>
              <a:ext uri="{FF2B5EF4-FFF2-40B4-BE49-F238E27FC236}">
                <a16:creationId xmlns:a16="http://schemas.microsoft.com/office/drawing/2014/main" id="{4F6E0ADB-8058-4652-8F48-21C8CF77EBA6}"/>
              </a:ext>
            </a:extLst>
          </p:cNvPr>
          <p:cNvSpPr>
            <a:spLocks noGrp="1"/>
          </p:cNvSpPr>
          <p:nvPr>
            <p:ph type="sldNum" sz="quarter" idx="12"/>
          </p:nvPr>
        </p:nvSpPr>
        <p:spPr/>
        <p:txBody>
          <a:bodyPr/>
          <a:lstStyle>
            <a:lvl1pPr rtl="0">
              <a:defRPr/>
            </a:lvl1pPr>
          </a:lstStyle>
          <a:p>
            <a:fld id="{0CE2C118-78B0-4948-9692-2E57815A59D4}" type="slidenum">
              <a:rPr lang="en-US" noProof="0" smtClean="0"/>
              <a:pPr/>
              <a:t>‹#›</a:t>
            </a:fld>
            <a:endParaRPr lang="en-US" noProof="0" dirty="0"/>
          </a:p>
        </p:txBody>
      </p:sp>
      <p:sp>
        <p:nvSpPr>
          <p:cNvPr id="6" name="Footer">
            <a:extLst>
              <a:ext uri="{FF2B5EF4-FFF2-40B4-BE49-F238E27FC236}">
                <a16:creationId xmlns:a16="http://schemas.microsoft.com/office/drawing/2014/main" id="{77B17D79-02A5-463C-A7F3-A92241A9CD16}"/>
              </a:ext>
            </a:extLst>
          </p:cNvPr>
          <p:cNvSpPr>
            <a:spLocks noGrp="1"/>
          </p:cNvSpPr>
          <p:nvPr>
            <p:ph type="ftr" sz="quarter" idx="11"/>
          </p:nvPr>
        </p:nvSpPr>
        <p:spPr/>
        <p:txBody>
          <a:bodyPr/>
          <a:lstStyle>
            <a:lvl1pPr rtl="0">
              <a:defRPr/>
            </a:lvl1pPr>
          </a:lstStyle>
          <a:p>
            <a:r>
              <a:rPr lang="en-US" noProof="0"/>
              <a:t>YeJun Kim / SM JP INT</a:t>
            </a:r>
            <a:endParaRPr lang="de-AT" noProof="0"/>
          </a:p>
        </p:txBody>
      </p:sp>
      <p:sp>
        <p:nvSpPr>
          <p:cNvPr id="5" name="Date">
            <a:extLst>
              <a:ext uri="{FF2B5EF4-FFF2-40B4-BE49-F238E27FC236}">
                <a16:creationId xmlns:a16="http://schemas.microsoft.com/office/drawing/2014/main" id="{9FF4EC82-580C-4586-8F94-B52AC4B8F68F}"/>
              </a:ext>
            </a:extLst>
          </p:cNvPr>
          <p:cNvSpPr>
            <a:spLocks noGrp="1"/>
          </p:cNvSpPr>
          <p:nvPr>
            <p:ph type="dt" sz="half" idx="10"/>
          </p:nvPr>
        </p:nvSpPr>
        <p:spPr/>
        <p:txBody>
          <a:bodyPr/>
          <a:lstStyle>
            <a:lvl1pPr rtl="0">
              <a:defRPr/>
            </a:lvl1pPr>
          </a:lstStyle>
          <a:p>
            <a:r>
              <a:rPr lang="de-DE" noProof="0"/>
              <a:t>2026-07-01</a:t>
            </a:r>
            <a:endParaRPr lang="en-US" noProof="0" dirty="0"/>
          </a:p>
        </p:txBody>
      </p:sp>
      <p:sp>
        <p:nvSpPr>
          <p:cNvPr id="3" name="Content 1">
            <a:extLst>
              <a:ext uri="{FF2B5EF4-FFF2-40B4-BE49-F238E27FC236}">
                <a16:creationId xmlns:a16="http://schemas.microsoft.com/office/drawing/2014/main" id="{EAB99FF0-D2F6-49B1-8163-8F41F44BD37E}"/>
              </a:ext>
            </a:extLst>
          </p:cNvPr>
          <p:cNvSpPr>
            <a:spLocks noGrp="1"/>
          </p:cNvSpPr>
          <p:nvPr>
            <p:ph sz="half" idx="1" hasCustomPrompt="1"/>
          </p:nvPr>
        </p:nvSpPr>
        <p:spPr>
          <a:xfrm>
            <a:off x="360362" y="1799999"/>
            <a:ext cx="3622675" cy="4518000"/>
          </a:xfrm>
        </p:spPr>
        <p:txBody>
          <a:bodyPr/>
          <a:lstStyle>
            <a:lvl1pPr rtl="0">
              <a:defRPr/>
            </a:lvl1pPr>
            <a:lvl2pPr rtl="0">
              <a:defRPr/>
            </a:lvl2pPr>
            <a:lvl3pPr rtl="0">
              <a:defRPr/>
            </a:lvl3pPr>
            <a:lvl4pPr rtl="0">
              <a:defRPr/>
            </a:lvl4pPr>
            <a:lvl5pPr rtl="0">
              <a:defRPr/>
            </a:lvl5pPr>
          </a:lstStyle>
          <a:p>
            <a:pPr lvl="0"/>
            <a:r>
              <a:rPr lang="en-US" noProof="0"/>
              <a:t>Mastertextformat bearbeiten</a:t>
            </a:r>
          </a:p>
          <a:p>
            <a:pPr lvl="1"/>
            <a:r>
              <a:rPr lang="en-US" noProof="0"/>
              <a:t>Zweite Ebene</a:t>
            </a:r>
          </a:p>
          <a:p>
            <a:pPr lvl="2"/>
            <a:r>
              <a:rPr lang="en-US" noProof="0"/>
              <a:t>Dritte Ebene</a:t>
            </a:r>
          </a:p>
          <a:p>
            <a:pPr lvl="3"/>
            <a:r>
              <a:rPr lang="en-US" noProof="0"/>
              <a:t>Vierte Ebene</a:t>
            </a:r>
          </a:p>
          <a:p>
            <a:pPr lvl="4"/>
            <a:r>
              <a:rPr lang="en-US" noProof="0"/>
              <a:t>Fünfte Ebene</a:t>
            </a:r>
            <a:endParaRPr lang="en-US" noProof="0" dirty="0"/>
          </a:p>
        </p:txBody>
      </p:sp>
      <p:sp>
        <p:nvSpPr>
          <p:cNvPr id="2" name="Title">
            <a:extLst>
              <a:ext uri="{FF2B5EF4-FFF2-40B4-BE49-F238E27FC236}">
                <a16:creationId xmlns:a16="http://schemas.microsoft.com/office/drawing/2014/main" id="{5F9BD10A-C2D6-4AAB-81E0-AE2109049063}"/>
              </a:ext>
            </a:extLst>
          </p:cNvPr>
          <p:cNvSpPr>
            <a:spLocks noGrp="1"/>
          </p:cNvSpPr>
          <p:nvPr>
            <p:ph type="title" hasCustomPrompt="1"/>
          </p:nvPr>
        </p:nvSpPr>
        <p:spPr/>
        <p:txBody>
          <a:bodyPr vert="horz"/>
          <a:lstStyle>
            <a:lvl1pPr rtl="0">
              <a:defRPr/>
            </a:lvl1pPr>
          </a:lstStyle>
          <a:p>
            <a:r>
              <a:rPr lang="en-US" dirty="0"/>
              <a:t>Headline of the Slide with a Maximum Length of Two Lines</a:t>
            </a:r>
            <a:endParaRPr lang="en-US" noProof="0" dirty="0"/>
          </a:p>
        </p:txBody>
      </p:sp>
      <p:sp>
        <p:nvSpPr>
          <p:cNvPr id="8" name="Chapter">
            <a:extLst>
              <a:ext uri="{FF2B5EF4-FFF2-40B4-BE49-F238E27FC236}">
                <a16:creationId xmlns:a16="http://schemas.microsoft.com/office/drawing/2014/main" id="{9F511298-DC0E-4550-AEAA-AAE6E08F28B8}"/>
              </a:ext>
            </a:extLst>
          </p:cNvPr>
          <p:cNvSpPr>
            <a:spLocks noGrp="1"/>
          </p:cNvSpPr>
          <p:nvPr>
            <p:ph type="body" sz="quarter" idx="13" hasCustomPrompt="1"/>
          </p:nvPr>
        </p:nvSpPr>
        <p:spPr>
          <a:xfrm>
            <a:off x="360000" y="360000"/>
            <a:ext cx="7549200" cy="258763"/>
          </a:xfrm>
        </p:spPr>
        <p:txBody>
          <a:bodyPr/>
          <a:lstStyle>
            <a:lvl1pPr marL="0" indent="0" rtl="0">
              <a:buNone/>
              <a:defRPr sz="1200">
                <a:solidFill>
                  <a:schemeClr val="accent1"/>
                </a:solidFill>
              </a:defRPr>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noProof="0" dirty="0"/>
              <a:t>Chapter Title (no headline)</a:t>
            </a:r>
          </a:p>
        </p:txBody>
      </p:sp>
      <p:sp>
        <p:nvSpPr>
          <p:cNvPr id="11" name="Bildplatzhalter 10">
            <a:extLst>
              <a:ext uri="{FF2B5EF4-FFF2-40B4-BE49-F238E27FC236}">
                <a16:creationId xmlns:a16="http://schemas.microsoft.com/office/drawing/2014/main" id="{635FB93F-0B69-4D73-B781-37F9A39104ED}"/>
              </a:ext>
            </a:extLst>
          </p:cNvPr>
          <p:cNvSpPr>
            <a:spLocks noGrp="1"/>
          </p:cNvSpPr>
          <p:nvPr>
            <p:ph type="pic" sz="quarter" idx="14" hasCustomPrompt="1"/>
          </p:nvPr>
        </p:nvSpPr>
        <p:spPr>
          <a:xfrm>
            <a:off x="4279900" y="1798638"/>
            <a:ext cx="3629025" cy="4519612"/>
          </a:xfrm>
          <a:solidFill>
            <a:srgbClr val="ECECED"/>
          </a:solidFill>
        </p:spPr>
        <p:txBody>
          <a:bodyPr anchor="ctr"/>
          <a:lstStyle>
            <a:lvl1pPr marL="0" indent="0" algn="ctr" rtl="0">
              <a:buNone/>
              <a:defRPr>
                <a:solidFill>
                  <a:schemeClr val="bg1"/>
                </a:solidFill>
              </a:defRPr>
            </a:lvl1pPr>
          </a:lstStyle>
          <a:p>
            <a:r>
              <a:rPr lang="en-US" noProof="0"/>
              <a:t>Click to add image</a:t>
            </a:r>
            <a:endParaRPr lang="en-US" noProof="0" dirty="0"/>
          </a:p>
        </p:txBody>
      </p:sp>
      <p:sp>
        <p:nvSpPr>
          <p:cNvPr id="13" name="Bildplatzhalter 12">
            <a:extLst>
              <a:ext uri="{FF2B5EF4-FFF2-40B4-BE49-F238E27FC236}">
                <a16:creationId xmlns:a16="http://schemas.microsoft.com/office/drawing/2014/main" id="{ED26A982-5153-497B-AFE7-2FF306A4C044}"/>
              </a:ext>
            </a:extLst>
          </p:cNvPr>
          <p:cNvSpPr>
            <a:spLocks noGrp="1"/>
          </p:cNvSpPr>
          <p:nvPr>
            <p:ph type="pic" sz="quarter" idx="15" hasCustomPrompt="1"/>
          </p:nvPr>
        </p:nvSpPr>
        <p:spPr>
          <a:xfrm>
            <a:off x="8205788" y="1798638"/>
            <a:ext cx="3625850" cy="4519612"/>
          </a:xfrm>
          <a:solidFill>
            <a:srgbClr val="ECECED"/>
          </a:solidFill>
        </p:spPr>
        <p:txBody>
          <a:bodyPr anchor="ctr"/>
          <a:lstStyle>
            <a:lvl1pPr marL="0" indent="0" algn="ctr" rtl="0">
              <a:buNone/>
              <a:defRPr>
                <a:solidFill>
                  <a:schemeClr val="bg1"/>
                </a:solidFill>
              </a:defRPr>
            </a:lvl1pPr>
          </a:lstStyle>
          <a:p>
            <a:r>
              <a:rPr lang="en-US" noProof="0"/>
              <a:t>Click to add image</a:t>
            </a:r>
            <a:endParaRPr lang="en-US" noProof="0" dirty="0"/>
          </a:p>
        </p:txBody>
      </p:sp>
    </p:spTree>
    <p:extLst>
      <p:ext uri="{BB962C8B-B14F-4D97-AF65-F5344CB8AC3E}">
        <p14:creationId xmlns:p14="http://schemas.microsoft.com/office/powerpoint/2010/main" val="8936344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 element and two images #2">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8E8414B9-01D8-4F0F-9294-CF1C19129DEC}"/>
              </a:ext>
            </a:extLst>
          </p:cNvPr>
          <p:cNvGraphicFramePr>
            <a:graphicFrameLocks noChangeAspect="1"/>
          </p:cNvGraphicFramePr>
          <p:nvPr userDrawn="1">
            <p:custDataLst>
              <p:tags r:id="rId1"/>
            </p:custDataLst>
            <p:extLst>
              <p:ext uri="{D42A27DB-BD31-4B8C-83A1-F6EECF244321}">
                <p14:modId xmlns:p14="http://schemas.microsoft.com/office/powerpoint/2010/main" val="40444730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0" imgH="469" progId="TCLayout.ActiveDocument.1">
                  <p:embed/>
                </p:oleObj>
              </mc:Choice>
              <mc:Fallback>
                <p:oleObj name="think-cell Slide" r:id="rId3" imgW="470" imgH="469"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Pagenumber">
            <a:extLst>
              <a:ext uri="{FF2B5EF4-FFF2-40B4-BE49-F238E27FC236}">
                <a16:creationId xmlns:a16="http://schemas.microsoft.com/office/drawing/2014/main" id="{4F6E0ADB-8058-4652-8F48-21C8CF77EBA6}"/>
              </a:ext>
            </a:extLst>
          </p:cNvPr>
          <p:cNvSpPr>
            <a:spLocks noGrp="1"/>
          </p:cNvSpPr>
          <p:nvPr>
            <p:ph type="sldNum" sz="quarter" idx="12"/>
          </p:nvPr>
        </p:nvSpPr>
        <p:spPr/>
        <p:txBody>
          <a:bodyPr/>
          <a:lstStyle>
            <a:lvl1pPr rtl="0">
              <a:defRPr/>
            </a:lvl1pPr>
          </a:lstStyle>
          <a:p>
            <a:fld id="{0CE2C118-78B0-4948-9692-2E57815A59D4}" type="slidenum">
              <a:rPr lang="en-US" noProof="0" smtClean="0"/>
              <a:pPr/>
              <a:t>‹#›</a:t>
            </a:fld>
            <a:endParaRPr lang="en-US" noProof="0" dirty="0"/>
          </a:p>
        </p:txBody>
      </p:sp>
      <p:sp>
        <p:nvSpPr>
          <p:cNvPr id="6" name="Footer">
            <a:extLst>
              <a:ext uri="{FF2B5EF4-FFF2-40B4-BE49-F238E27FC236}">
                <a16:creationId xmlns:a16="http://schemas.microsoft.com/office/drawing/2014/main" id="{77B17D79-02A5-463C-A7F3-A92241A9CD16}"/>
              </a:ext>
            </a:extLst>
          </p:cNvPr>
          <p:cNvSpPr>
            <a:spLocks noGrp="1"/>
          </p:cNvSpPr>
          <p:nvPr>
            <p:ph type="ftr" sz="quarter" idx="11"/>
          </p:nvPr>
        </p:nvSpPr>
        <p:spPr/>
        <p:txBody>
          <a:bodyPr/>
          <a:lstStyle>
            <a:lvl1pPr rtl="0">
              <a:defRPr/>
            </a:lvl1pPr>
          </a:lstStyle>
          <a:p>
            <a:r>
              <a:rPr lang="en-US" noProof="0"/>
              <a:t>YeJun Kim / SM JP INT</a:t>
            </a:r>
          </a:p>
        </p:txBody>
      </p:sp>
      <p:sp>
        <p:nvSpPr>
          <p:cNvPr id="5" name="Date">
            <a:extLst>
              <a:ext uri="{FF2B5EF4-FFF2-40B4-BE49-F238E27FC236}">
                <a16:creationId xmlns:a16="http://schemas.microsoft.com/office/drawing/2014/main" id="{9FF4EC82-580C-4586-8F94-B52AC4B8F68F}"/>
              </a:ext>
            </a:extLst>
          </p:cNvPr>
          <p:cNvSpPr>
            <a:spLocks noGrp="1"/>
          </p:cNvSpPr>
          <p:nvPr>
            <p:ph type="dt" sz="half" idx="10"/>
          </p:nvPr>
        </p:nvSpPr>
        <p:spPr/>
        <p:txBody>
          <a:bodyPr/>
          <a:lstStyle>
            <a:lvl1pPr rtl="0">
              <a:defRPr/>
            </a:lvl1pPr>
          </a:lstStyle>
          <a:p>
            <a:r>
              <a:rPr lang="de-DE" noProof="0"/>
              <a:t>2026-07-01</a:t>
            </a:r>
            <a:endParaRPr lang="en-US" noProof="0" dirty="0"/>
          </a:p>
        </p:txBody>
      </p:sp>
      <p:sp>
        <p:nvSpPr>
          <p:cNvPr id="3" name="Content 1">
            <a:extLst>
              <a:ext uri="{FF2B5EF4-FFF2-40B4-BE49-F238E27FC236}">
                <a16:creationId xmlns:a16="http://schemas.microsoft.com/office/drawing/2014/main" id="{EAB99FF0-D2F6-49B1-8163-8F41F44BD37E}"/>
              </a:ext>
            </a:extLst>
          </p:cNvPr>
          <p:cNvSpPr>
            <a:spLocks noGrp="1"/>
          </p:cNvSpPr>
          <p:nvPr>
            <p:ph sz="half" idx="1" hasCustomPrompt="1"/>
          </p:nvPr>
        </p:nvSpPr>
        <p:spPr>
          <a:xfrm>
            <a:off x="360362" y="2132857"/>
            <a:ext cx="3630613" cy="4185142"/>
          </a:xfrm>
        </p:spPr>
        <p:txBody>
          <a:bodyPr/>
          <a:lstStyle>
            <a:lvl1pPr rtl="0">
              <a:defRPr/>
            </a:lvl1pPr>
            <a:lvl2pPr rtl="0">
              <a:defRPr/>
            </a:lvl2pPr>
            <a:lvl3pPr rtl="0">
              <a:defRPr/>
            </a:lvl3pPr>
            <a:lvl4pPr rtl="0">
              <a:defRPr/>
            </a:lvl4pPr>
            <a:lvl5pPr rtl="0">
              <a:defRPr/>
            </a:lvl5pPr>
          </a:lstStyle>
          <a:p>
            <a:pPr lvl="0"/>
            <a:r>
              <a:rPr lang="en-US" noProof="0" dirty="0" err="1"/>
              <a:t>Mastertextformat</a:t>
            </a:r>
            <a:r>
              <a:rPr lang="en-US" noProof="0" dirty="0"/>
              <a:t> </a:t>
            </a:r>
            <a:r>
              <a:rPr lang="en-US" noProof="0" dirty="0" err="1"/>
              <a:t>bearbeiten</a:t>
            </a:r>
            <a:endParaRPr lang="en-US" noProof="0" dirty="0"/>
          </a:p>
          <a:p>
            <a:pPr lvl="1"/>
            <a:r>
              <a:rPr lang="en-US" noProof="0" dirty="0" err="1"/>
              <a:t>Zweite</a:t>
            </a:r>
            <a:r>
              <a:rPr lang="en-US" noProof="0" dirty="0"/>
              <a:t> Ebene</a:t>
            </a:r>
          </a:p>
          <a:p>
            <a:pPr lvl="2"/>
            <a:r>
              <a:rPr lang="en-US" noProof="0" dirty="0" err="1"/>
              <a:t>Dritte</a:t>
            </a:r>
            <a:r>
              <a:rPr lang="en-US" noProof="0" dirty="0"/>
              <a:t> Ebene</a:t>
            </a:r>
          </a:p>
          <a:p>
            <a:pPr lvl="3"/>
            <a:r>
              <a:rPr lang="en-US" noProof="0" dirty="0" err="1"/>
              <a:t>Vierte</a:t>
            </a:r>
            <a:r>
              <a:rPr lang="en-US" noProof="0" dirty="0"/>
              <a:t> Ebene</a:t>
            </a:r>
          </a:p>
          <a:p>
            <a:pPr lvl="4"/>
            <a:r>
              <a:rPr lang="en-US" noProof="0" dirty="0" err="1"/>
              <a:t>Fünfte</a:t>
            </a:r>
            <a:r>
              <a:rPr lang="en-US" noProof="0" dirty="0"/>
              <a:t> Ebene</a:t>
            </a:r>
          </a:p>
        </p:txBody>
      </p:sp>
      <p:sp>
        <p:nvSpPr>
          <p:cNvPr id="2" name="Title">
            <a:extLst>
              <a:ext uri="{FF2B5EF4-FFF2-40B4-BE49-F238E27FC236}">
                <a16:creationId xmlns:a16="http://schemas.microsoft.com/office/drawing/2014/main" id="{5F9BD10A-C2D6-4AAB-81E0-AE2109049063}"/>
              </a:ext>
            </a:extLst>
          </p:cNvPr>
          <p:cNvSpPr>
            <a:spLocks noGrp="1"/>
          </p:cNvSpPr>
          <p:nvPr>
            <p:ph type="title" hasCustomPrompt="1"/>
          </p:nvPr>
        </p:nvSpPr>
        <p:spPr>
          <a:xfrm>
            <a:off x="360000" y="900000"/>
            <a:ext cx="3630613" cy="898638"/>
          </a:xfrm>
        </p:spPr>
        <p:txBody>
          <a:bodyPr vert="horz"/>
          <a:lstStyle>
            <a:lvl1pPr rtl="0">
              <a:defRPr/>
            </a:lvl1pPr>
          </a:lstStyle>
          <a:p>
            <a:r>
              <a:rPr lang="en-US" dirty="0"/>
              <a:t>Headline of the Slide with a Maximum Length of Three Lines</a:t>
            </a:r>
            <a:endParaRPr lang="en-US" noProof="0" dirty="0"/>
          </a:p>
        </p:txBody>
      </p:sp>
      <p:sp>
        <p:nvSpPr>
          <p:cNvPr id="8" name="Chapter">
            <a:extLst>
              <a:ext uri="{FF2B5EF4-FFF2-40B4-BE49-F238E27FC236}">
                <a16:creationId xmlns:a16="http://schemas.microsoft.com/office/drawing/2014/main" id="{9F511298-DC0E-4550-AEAA-AAE6E08F28B8}"/>
              </a:ext>
            </a:extLst>
          </p:cNvPr>
          <p:cNvSpPr>
            <a:spLocks noGrp="1"/>
          </p:cNvSpPr>
          <p:nvPr>
            <p:ph type="body" sz="quarter" idx="13" hasCustomPrompt="1"/>
          </p:nvPr>
        </p:nvSpPr>
        <p:spPr>
          <a:xfrm>
            <a:off x="360000" y="360000"/>
            <a:ext cx="7549200" cy="258763"/>
          </a:xfrm>
        </p:spPr>
        <p:txBody>
          <a:bodyPr/>
          <a:lstStyle>
            <a:lvl1pPr marL="0" indent="0" rtl="0">
              <a:buNone/>
              <a:defRPr sz="1200">
                <a:solidFill>
                  <a:schemeClr val="accent1"/>
                </a:solidFill>
              </a:defRPr>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noProof="0" dirty="0"/>
              <a:t>Chapter Title (no headline)</a:t>
            </a:r>
          </a:p>
        </p:txBody>
      </p:sp>
      <p:sp>
        <p:nvSpPr>
          <p:cNvPr id="11" name="Bildplatzhalter 10">
            <a:extLst>
              <a:ext uri="{FF2B5EF4-FFF2-40B4-BE49-F238E27FC236}">
                <a16:creationId xmlns:a16="http://schemas.microsoft.com/office/drawing/2014/main" id="{635FB93F-0B69-4D73-B781-37F9A39104ED}"/>
              </a:ext>
            </a:extLst>
          </p:cNvPr>
          <p:cNvSpPr>
            <a:spLocks noGrp="1"/>
          </p:cNvSpPr>
          <p:nvPr>
            <p:ph type="pic" sz="quarter" idx="14" hasCustomPrompt="1"/>
          </p:nvPr>
        </p:nvSpPr>
        <p:spPr>
          <a:xfrm>
            <a:off x="4279900" y="900000"/>
            <a:ext cx="3629025" cy="5418250"/>
          </a:xfrm>
          <a:solidFill>
            <a:srgbClr val="ECECED"/>
          </a:solidFill>
        </p:spPr>
        <p:txBody>
          <a:bodyPr anchor="ctr"/>
          <a:lstStyle>
            <a:lvl1pPr marL="0" indent="0" algn="ctr" rtl="0">
              <a:buNone/>
              <a:defRPr>
                <a:solidFill>
                  <a:schemeClr val="bg1"/>
                </a:solidFill>
              </a:defRPr>
            </a:lvl1pPr>
          </a:lstStyle>
          <a:p>
            <a:r>
              <a:rPr lang="en-US" noProof="0" dirty="0"/>
              <a:t>Click to add image</a:t>
            </a:r>
          </a:p>
        </p:txBody>
      </p:sp>
      <p:sp>
        <p:nvSpPr>
          <p:cNvPr id="13" name="Bildplatzhalter 12">
            <a:extLst>
              <a:ext uri="{FF2B5EF4-FFF2-40B4-BE49-F238E27FC236}">
                <a16:creationId xmlns:a16="http://schemas.microsoft.com/office/drawing/2014/main" id="{ED26A982-5153-497B-AFE7-2FF306A4C044}"/>
              </a:ext>
            </a:extLst>
          </p:cNvPr>
          <p:cNvSpPr>
            <a:spLocks noGrp="1"/>
          </p:cNvSpPr>
          <p:nvPr>
            <p:ph type="pic" sz="quarter" idx="15" hasCustomPrompt="1"/>
          </p:nvPr>
        </p:nvSpPr>
        <p:spPr>
          <a:xfrm>
            <a:off x="8205788" y="900000"/>
            <a:ext cx="3625850" cy="5418250"/>
          </a:xfrm>
          <a:solidFill>
            <a:srgbClr val="ECECED"/>
          </a:solidFill>
        </p:spPr>
        <p:txBody>
          <a:bodyPr anchor="ctr"/>
          <a:lstStyle>
            <a:lvl1pPr marL="0" indent="0" algn="ctr" rtl="0">
              <a:buNone/>
              <a:defRPr>
                <a:solidFill>
                  <a:schemeClr val="bg1"/>
                </a:solidFill>
              </a:defRPr>
            </a:lvl1pPr>
          </a:lstStyle>
          <a:p>
            <a:r>
              <a:rPr lang="en-US" noProof="0" dirty="0"/>
              <a:t>Click to add image</a:t>
            </a:r>
          </a:p>
        </p:txBody>
      </p:sp>
    </p:spTree>
    <p:extLst>
      <p:ext uri="{BB962C8B-B14F-4D97-AF65-F5344CB8AC3E}">
        <p14:creationId xmlns:p14="http://schemas.microsoft.com/office/powerpoint/2010/main" val="32903752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 three elements">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912F341E-0325-484E-BEF2-43C36174C5F7}"/>
              </a:ext>
            </a:extLst>
          </p:cNvPr>
          <p:cNvGraphicFramePr>
            <a:graphicFrameLocks noChangeAspect="1"/>
          </p:cNvGraphicFramePr>
          <p:nvPr userDrawn="1">
            <p:custDataLst>
              <p:tags r:id="rId1"/>
            </p:custDataLst>
            <p:extLst>
              <p:ext uri="{D42A27DB-BD31-4B8C-83A1-F6EECF244321}">
                <p14:modId xmlns:p14="http://schemas.microsoft.com/office/powerpoint/2010/main" val="32825317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0" imgH="469" progId="TCLayout.ActiveDocument.1">
                  <p:embed/>
                </p:oleObj>
              </mc:Choice>
              <mc:Fallback>
                <p:oleObj name="think-cell Slide" r:id="rId3" imgW="470" imgH="469"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Pagenumber">
            <a:extLst>
              <a:ext uri="{FF2B5EF4-FFF2-40B4-BE49-F238E27FC236}">
                <a16:creationId xmlns:a16="http://schemas.microsoft.com/office/drawing/2014/main" id="{4F6E0ADB-8058-4652-8F48-21C8CF77EBA6}"/>
              </a:ext>
            </a:extLst>
          </p:cNvPr>
          <p:cNvSpPr>
            <a:spLocks noGrp="1"/>
          </p:cNvSpPr>
          <p:nvPr>
            <p:ph type="sldNum" sz="quarter" idx="12"/>
          </p:nvPr>
        </p:nvSpPr>
        <p:spPr/>
        <p:txBody>
          <a:bodyPr/>
          <a:lstStyle>
            <a:lvl1pPr rtl="0">
              <a:defRPr/>
            </a:lvl1pPr>
          </a:lstStyle>
          <a:p>
            <a:fld id="{0CE2C118-78B0-4948-9692-2E57815A59D4}" type="slidenum">
              <a:rPr lang="en-US" noProof="0" smtClean="0"/>
              <a:pPr/>
              <a:t>‹#›</a:t>
            </a:fld>
            <a:endParaRPr lang="en-US" noProof="0" dirty="0"/>
          </a:p>
        </p:txBody>
      </p:sp>
      <p:sp>
        <p:nvSpPr>
          <p:cNvPr id="6" name="Footer">
            <a:extLst>
              <a:ext uri="{FF2B5EF4-FFF2-40B4-BE49-F238E27FC236}">
                <a16:creationId xmlns:a16="http://schemas.microsoft.com/office/drawing/2014/main" id="{77B17D79-02A5-463C-A7F3-A92241A9CD16}"/>
              </a:ext>
            </a:extLst>
          </p:cNvPr>
          <p:cNvSpPr>
            <a:spLocks noGrp="1"/>
          </p:cNvSpPr>
          <p:nvPr>
            <p:ph type="ftr" sz="quarter" idx="11"/>
          </p:nvPr>
        </p:nvSpPr>
        <p:spPr/>
        <p:txBody>
          <a:bodyPr/>
          <a:lstStyle>
            <a:lvl1pPr rtl="0">
              <a:defRPr/>
            </a:lvl1pPr>
          </a:lstStyle>
          <a:p>
            <a:r>
              <a:rPr lang="en-US" noProof="0"/>
              <a:t>YeJun Kim / SM JP INT</a:t>
            </a:r>
          </a:p>
        </p:txBody>
      </p:sp>
      <p:sp>
        <p:nvSpPr>
          <p:cNvPr id="5" name="Date">
            <a:extLst>
              <a:ext uri="{FF2B5EF4-FFF2-40B4-BE49-F238E27FC236}">
                <a16:creationId xmlns:a16="http://schemas.microsoft.com/office/drawing/2014/main" id="{9FF4EC82-580C-4586-8F94-B52AC4B8F68F}"/>
              </a:ext>
            </a:extLst>
          </p:cNvPr>
          <p:cNvSpPr>
            <a:spLocks noGrp="1"/>
          </p:cNvSpPr>
          <p:nvPr>
            <p:ph type="dt" sz="half" idx="10"/>
          </p:nvPr>
        </p:nvSpPr>
        <p:spPr/>
        <p:txBody>
          <a:bodyPr/>
          <a:lstStyle>
            <a:lvl1pPr rtl="0">
              <a:defRPr/>
            </a:lvl1pPr>
          </a:lstStyle>
          <a:p>
            <a:r>
              <a:rPr lang="de-DE" noProof="0"/>
              <a:t>2026-07-01</a:t>
            </a:r>
            <a:endParaRPr lang="en-US" noProof="0" dirty="0"/>
          </a:p>
        </p:txBody>
      </p:sp>
      <p:sp>
        <p:nvSpPr>
          <p:cNvPr id="3" name="Content 1">
            <a:extLst>
              <a:ext uri="{FF2B5EF4-FFF2-40B4-BE49-F238E27FC236}">
                <a16:creationId xmlns:a16="http://schemas.microsoft.com/office/drawing/2014/main" id="{EAB99FF0-D2F6-49B1-8163-8F41F44BD37E}"/>
              </a:ext>
            </a:extLst>
          </p:cNvPr>
          <p:cNvSpPr>
            <a:spLocks noGrp="1"/>
          </p:cNvSpPr>
          <p:nvPr>
            <p:ph sz="half" idx="1" hasCustomPrompt="1"/>
          </p:nvPr>
        </p:nvSpPr>
        <p:spPr>
          <a:xfrm>
            <a:off x="360362" y="1799999"/>
            <a:ext cx="3622675" cy="4518000"/>
          </a:xfrm>
        </p:spPr>
        <p:txBody>
          <a:bodyPr/>
          <a:lstStyle>
            <a:lvl1pPr rtl="0">
              <a:defRPr/>
            </a:lvl1pPr>
            <a:lvl2pPr rtl="0">
              <a:defRPr/>
            </a:lvl2pPr>
            <a:lvl3pPr rtl="0">
              <a:defRPr/>
            </a:lvl3pPr>
            <a:lvl4pPr rtl="0">
              <a:defRPr/>
            </a:lvl4pPr>
            <a:lvl5pPr rtl="0">
              <a:defRPr/>
            </a:lvl5pPr>
          </a:lstStyle>
          <a:p>
            <a:pPr lvl="0"/>
            <a:r>
              <a:rPr lang="en-US" noProof="0" dirty="0" err="1"/>
              <a:t>Mastertextformat</a:t>
            </a:r>
            <a:r>
              <a:rPr lang="en-US" noProof="0" dirty="0"/>
              <a:t> </a:t>
            </a:r>
            <a:r>
              <a:rPr lang="en-US" noProof="0" dirty="0" err="1"/>
              <a:t>bearbeiten</a:t>
            </a:r>
            <a:endParaRPr lang="en-US" noProof="0" dirty="0"/>
          </a:p>
          <a:p>
            <a:pPr lvl="1"/>
            <a:r>
              <a:rPr lang="en-US" noProof="0" dirty="0" err="1"/>
              <a:t>Zweite</a:t>
            </a:r>
            <a:r>
              <a:rPr lang="en-US" noProof="0" dirty="0"/>
              <a:t> Ebene</a:t>
            </a:r>
          </a:p>
          <a:p>
            <a:pPr lvl="2"/>
            <a:r>
              <a:rPr lang="en-US" noProof="0" dirty="0" err="1"/>
              <a:t>Dritte</a:t>
            </a:r>
            <a:r>
              <a:rPr lang="en-US" noProof="0" dirty="0"/>
              <a:t> Ebene</a:t>
            </a:r>
          </a:p>
          <a:p>
            <a:pPr lvl="3"/>
            <a:r>
              <a:rPr lang="en-US" noProof="0" dirty="0" err="1"/>
              <a:t>Vierte</a:t>
            </a:r>
            <a:r>
              <a:rPr lang="en-US" noProof="0" dirty="0"/>
              <a:t> Ebene</a:t>
            </a:r>
          </a:p>
          <a:p>
            <a:pPr lvl="4"/>
            <a:r>
              <a:rPr lang="en-US" noProof="0" dirty="0" err="1"/>
              <a:t>Fünfte</a:t>
            </a:r>
            <a:r>
              <a:rPr lang="en-US" noProof="0" dirty="0"/>
              <a:t> Ebene</a:t>
            </a:r>
          </a:p>
        </p:txBody>
      </p:sp>
      <p:sp>
        <p:nvSpPr>
          <p:cNvPr id="2" name="Title">
            <a:extLst>
              <a:ext uri="{FF2B5EF4-FFF2-40B4-BE49-F238E27FC236}">
                <a16:creationId xmlns:a16="http://schemas.microsoft.com/office/drawing/2014/main" id="{5F9BD10A-C2D6-4AAB-81E0-AE2109049063}"/>
              </a:ext>
            </a:extLst>
          </p:cNvPr>
          <p:cNvSpPr>
            <a:spLocks noGrp="1"/>
          </p:cNvSpPr>
          <p:nvPr>
            <p:ph type="title" hasCustomPrompt="1"/>
          </p:nvPr>
        </p:nvSpPr>
        <p:spPr/>
        <p:txBody>
          <a:bodyPr vert="horz"/>
          <a:lstStyle>
            <a:lvl1pPr rtl="0">
              <a:defRPr/>
            </a:lvl1pPr>
          </a:lstStyle>
          <a:p>
            <a:r>
              <a:rPr lang="en-US" dirty="0"/>
              <a:t>Headline of the Slide with a Maximum Length of Two Lines</a:t>
            </a:r>
            <a:endParaRPr lang="en-US" noProof="0" dirty="0"/>
          </a:p>
        </p:txBody>
      </p:sp>
      <p:sp>
        <p:nvSpPr>
          <p:cNvPr id="8" name="Chapter">
            <a:extLst>
              <a:ext uri="{FF2B5EF4-FFF2-40B4-BE49-F238E27FC236}">
                <a16:creationId xmlns:a16="http://schemas.microsoft.com/office/drawing/2014/main" id="{9F511298-DC0E-4550-AEAA-AAE6E08F28B8}"/>
              </a:ext>
            </a:extLst>
          </p:cNvPr>
          <p:cNvSpPr>
            <a:spLocks noGrp="1"/>
          </p:cNvSpPr>
          <p:nvPr>
            <p:ph type="body" sz="quarter" idx="13" hasCustomPrompt="1"/>
          </p:nvPr>
        </p:nvSpPr>
        <p:spPr>
          <a:xfrm>
            <a:off x="360000" y="360000"/>
            <a:ext cx="7549200" cy="258763"/>
          </a:xfrm>
        </p:spPr>
        <p:txBody>
          <a:bodyPr/>
          <a:lstStyle>
            <a:lvl1pPr marL="0" indent="0" rtl="0">
              <a:buNone/>
              <a:defRPr sz="1200">
                <a:solidFill>
                  <a:schemeClr val="accent1"/>
                </a:solidFill>
              </a:defRPr>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noProof="0" dirty="0"/>
              <a:t>Chapter Title (no headline)</a:t>
            </a:r>
          </a:p>
        </p:txBody>
      </p:sp>
      <p:sp>
        <p:nvSpPr>
          <p:cNvPr id="9" name="Inhaltsplatzhalter 8">
            <a:extLst>
              <a:ext uri="{FF2B5EF4-FFF2-40B4-BE49-F238E27FC236}">
                <a16:creationId xmlns:a16="http://schemas.microsoft.com/office/drawing/2014/main" id="{29883948-601D-4559-9259-A5FD8E1F0474}"/>
              </a:ext>
            </a:extLst>
          </p:cNvPr>
          <p:cNvSpPr>
            <a:spLocks noGrp="1"/>
          </p:cNvSpPr>
          <p:nvPr>
            <p:ph sz="quarter" idx="16" hasCustomPrompt="1"/>
          </p:nvPr>
        </p:nvSpPr>
        <p:spPr>
          <a:xfrm>
            <a:off x="4279900" y="1798638"/>
            <a:ext cx="3629025" cy="4519612"/>
          </a:xfrm>
        </p:spPr>
        <p:txBody>
          <a:bodyPr/>
          <a:lstStyle>
            <a:lvl1pPr rtl="0">
              <a:defRPr/>
            </a:lvl1pPr>
            <a:lvl2pPr rtl="0">
              <a:defRPr/>
            </a:lvl2pPr>
            <a:lvl3pPr rtl="0">
              <a:defRPr/>
            </a:lvl3pPr>
            <a:lvl4pPr rtl="0">
              <a:defRPr/>
            </a:lvl4pPr>
            <a:lvl5pPr rtl="0">
              <a:defRPr/>
            </a:lvl5pPr>
          </a:lstStyle>
          <a:p>
            <a:pPr lvl="0"/>
            <a:r>
              <a:rPr lang="en-US" noProof="0" dirty="0" err="1"/>
              <a:t>Mastertextformat</a:t>
            </a:r>
            <a:r>
              <a:rPr lang="en-US" noProof="0" dirty="0"/>
              <a:t> </a:t>
            </a:r>
            <a:r>
              <a:rPr lang="en-US" noProof="0" dirty="0" err="1"/>
              <a:t>bearbeiten</a:t>
            </a:r>
            <a:endParaRPr lang="en-US" noProof="0" dirty="0"/>
          </a:p>
          <a:p>
            <a:pPr lvl="1"/>
            <a:r>
              <a:rPr lang="en-US" noProof="0" dirty="0" err="1"/>
              <a:t>Zweite</a:t>
            </a:r>
            <a:r>
              <a:rPr lang="en-US" noProof="0" dirty="0"/>
              <a:t> Ebene</a:t>
            </a:r>
          </a:p>
          <a:p>
            <a:pPr lvl="2"/>
            <a:r>
              <a:rPr lang="en-US" noProof="0" dirty="0" err="1"/>
              <a:t>Dritte</a:t>
            </a:r>
            <a:r>
              <a:rPr lang="en-US" noProof="0" dirty="0"/>
              <a:t> Ebene</a:t>
            </a:r>
          </a:p>
          <a:p>
            <a:pPr lvl="3"/>
            <a:r>
              <a:rPr lang="en-US" noProof="0" dirty="0" err="1"/>
              <a:t>Vierte</a:t>
            </a:r>
            <a:r>
              <a:rPr lang="en-US" noProof="0" dirty="0"/>
              <a:t> Ebene</a:t>
            </a:r>
          </a:p>
          <a:p>
            <a:pPr lvl="4"/>
            <a:r>
              <a:rPr lang="en-US" noProof="0" dirty="0" err="1"/>
              <a:t>Fünfte</a:t>
            </a:r>
            <a:r>
              <a:rPr lang="en-US" noProof="0" dirty="0"/>
              <a:t> Ebene</a:t>
            </a:r>
          </a:p>
        </p:txBody>
      </p:sp>
      <p:sp>
        <p:nvSpPr>
          <p:cNvPr id="12" name="Inhaltsplatzhalter 11">
            <a:extLst>
              <a:ext uri="{FF2B5EF4-FFF2-40B4-BE49-F238E27FC236}">
                <a16:creationId xmlns:a16="http://schemas.microsoft.com/office/drawing/2014/main" id="{2741F9F2-90EF-4BCD-B2BD-DE9276E8E007}"/>
              </a:ext>
            </a:extLst>
          </p:cNvPr>
          <p:cNvSpPr>
            <a:spLocks noGrp="1"/>
          </p:cNvSpPr>
          <p:nvPr>
            <p:ph sz="quarter" idx="17" hasCustomPrompt="1"/>
          </p:nvPr>
        </p:nvSpPr>
        <p:spPr>
          <a:xfrm>
            <a:off x="8205788" y="1798638"/>
            <a:ext cx="3625850" cy="4519612"/>
          </a:xfrm>
        </p:spPr>
        <p:txBody>
          <a:bodyPr/>
          <a:lstStyle>
            <a:lvl1pPr rtl="0">
              <a:defRPr/>
            </a:lvl1pPr>
            <a:lvl2pPr rtl="0">
              <a:defRPr/>
            </a:lvl2pPr>
            <a:lvl3pPr rtl="0">
              <a:defRPr/>
            </a:lvl3pPr>
            <a:lvl4pPr rtl="0">
              <a:defRPr/>
            </a:lvl4pPr>
            <a:lvl5pPr rtl="0">
              <a:defRPr/>
            </a:lvl5pPr>
          </a:lstStyle>
          <a:p>
            <a:pPr lvl="0"/>
            <a:r>
              <a:rPr lang="en-US" noProof="0" dirty="0" err="1"/>
              <a:t>Mastertextformat</a:t>
            </a:r>
            <a:r>
              <a:rPr lang="en-US" noProof="0" dirty="0"/>
              <a:t> </a:t>
            </a:r>
            <a:r>
              <a:rPr lang="en-US" noProof="0" dirty="0" err="1"/>
              <a:t>bearbeiten</a:t>
            </a:r>
            <a:endParaRPr lang="en-US" noProof="0" dirty="0"/>
          </a:p>
          <a:p>
            <a:pPr lvl="1"/>
            <a:r>
              <a:rPr lang="en-US" noProof="0" dirty="0" err="1"/>
              <a:t>Zweite</a:t>
            </a:r>
            <a:r>
              <a:rPr lang="en-US" noProof="0" dirty="0"/>
              <a:t> Ebene</a:t>
            </a:r>
          </a:p>
          <a:p>
            <a:pPr lvl="2"/>
            <a:r>
              <a:rPr lang="en-US" noProof="0" dirty="0" err="1"/>
              <a:t>Dritte</a:t>
            </a:r>
            <a:r>
              <a:rPr lang="en-US" noProof="0" dirty="0"/>
              <a:t> Ebene</a:t>
            </a:r>
          </a:p>
          <a:p>
            <a:pPr lvl="3"/>
            <a:r>
              <a:rPr lang="en-US" noProof="0" dirty="0" err="1"/>
              <a:t>Vierte</a:t>
            </a:r>
            <a:r>
              <a:rPr lang="en-US" noProof="0" dirty="0"/>
              <a:t> Ebene</a:t>
            </a:r>
          </a:p>
          <a:p>
            <a:pPr lvl="4"/>
            <a:r>
              <a:rPr lang="en-US" noProof="0" dirty="0" err="1"/>
              <a:t>Fünfte</a:t>
            </a:r>
            <a:r>
              <a:rPr lang="en-US" noProof="0" dirty="0"/>
              <a:t> Ebene</a:t>
            </a:r>
          </a:p>
        </p:txBody>
      </p:sp>
    </p:spTree>
    <p:extLst>
      <p:ext uri="{BB962C8B-B14F-4D97-AF65-F5344CB8AC3E}">
        <p14:creationId xmlns:p14="http://schemas.microsoft.com/office/powerpoint/2010/main" val="9347824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 two images and two elements">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1D0AC8CE-6AA4-4F8D-91FE-86340C122562}"/>
              </a:ext>
            </a:extLst>
          </p:cNvPr>
          <p:cNvGraphicFramePr>
            <a:graphicFrameLocks noChangeAspect="1"/>
          </p:cNvGraphicFramePr>
          <p:nvPr userDrawn="1">
            <p:custDataLst>
              <p:tags r:id="rId1"/>
            </p:custDataLst>
            <p:extLst>
              <p:ext uri="{D42A27DB-BD31-4B8C-83A1-F6EECF244321}">
                <p14:modId xmlns:p14="http://schemas.microsoft.com/office/powerpoint/2010/main" val="34642687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0" imgH="469" progId="TCLayout.ActiveDocument.1">
                  <p:embed/>
                </p:oleObj>
              </mc:Choice>
              <mc:Fallback>
                <p:oleObj name="think-cell Slide" r:id="rId3" imgW="470" imgH="469"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Pagenumber">
            <a:extLst>
              <a:ext uri="{FF2B5EF4-FFF2-40B4-BE49-F238E27FC236}">
                <a16:creationId xmlns:a16="http://schemas.microsoft.com/office/drawing/2014/main" id="{4F6E0ADB-8058-4652-8F48-21C8CF77EBA6}"/>
              </a:ext>
            </a:extLst>
          </p:cNvPr>
          <p:cNvSpPr>
            <a:spLocks noGrp="1"/>
          </p:cNvSpPr>
          <p:nvPr>
            <p:ph type="sldNum" sz="quarter" idx="12"/>
          </p:nvPr>
        </p:nvSpPr>
        <p:spPr/>
        <p:txBody>
          <a:bodyPr/>
          <a:lstStyle>
            <a:lvl1pPr rtl="0">
              <a:defRPr/>
            </a:lvl1pPr>
          </a:lstStyle>
          <a:p>
            <a:fld id="{0CE2C118-78B0-4948-9692-2E57815A59D4}" type="slidenum">
              <a:rPr lang="en-US" noProof="0" smtClean="0"/>
              <a:pPr/>
              <a:t>‹#›</a:t>
            </a:fld>
            <a:endParaRPr lang="en-US" noProof="0" dirty="0"/>
          </a:p>
        </p:txBody>
      </p:sp>
      <p:sp>
        <p:nvSpPr>
          <p:cNvPr id="6" name="Footer">
            <a:extLst>
              <a:ext uri="{FF2B5EF4-FFF2-40B4-BE49-F238E27FC236}">
                <a16:creationId xmlns:a16="http://schemas.microsoft.com/office/drawing/2014/main" id="{77B17D79-02A5-463C-A7F3-A92241A9CD16}"/>
              </a:ext>
            </a:extLst>
          </p:cNvPr>
          <p:cNvSpPr>
            <a:spLocks noGrp="1"/>
          </p:cNvSpPr>
          <p:nvPr>
            <p:ph type="ftr" sz="quarter" idx="11"/>
          </p:nvPr>
        </p:nvSpPr>
        <p:spPr/>
        <p:txBody>
          <a:bodyPr/>
          <a:lstStyle>
            <a:lvl1pPr rtl="0">
              <a:defRPr/>
            </a:lvl1pPr>
          </a:lstStyle>
          <a:p>
            <a:r>
              <a:rPr lang="en-US" noProof="0"/>
              <a:t>YeJun Kim / SM JP INT</a:t>
            </a:r>
          </a:p>
        </p:txBody>
      </p:sp>
      <p:sp>
        <p:nvSpPr>
          <p:cNvPr id="5" name="Date">
            <a:extLst>
              <a:ext uri="{FF2B5EF4-FFF2-40B4-BE49-F238E27FC236}">
                <a16:creationId xmlns:a16="http://schemas.microsoft.com/office/drawing/2014/main" id="{9FF4EC82-580C-4586-8F94-B52AC4B8F68F}"/>
              </a:ext>
            </a:extLst>
          </p:cNvPr>
          <p:cNvSpPr>
            <a:spLocks noGrp="1"/>
          </p:cNvSpPr>
          <p:nvPr>
            <p:ph type="dt" sz="half" idx="10"/>
          </p:nvPr>
        </p:nvSpPr>
        <p:spPr/>
        <p:txBody>
          <a:bodyPr/>
          <a:lstStyle>
            <a:lvl1pPr rtl="0">
              <a:defRPr/>
            </a:lvl1pPr>
          </a:lstStyle>
          <a:p>
            <a:r>
              <a:rPr lang="de-DE" noProof="0"/>
              <a:t>2026-07-01</a:t>
            </a:r>
            <a:endParaRPr lang="en-US" noProof="0" dirty="0"/>
          </a:p>
        </p:txBody>
      </p:sp>
      <p:sp>
        <p:nvSpPr>
          <p:cNvPr id="4" name="Content 2">
            <a:extLst>
              <a:ext uri="{FF2B5EF4-FFF2-40B4-BE49-F238E27FC236}">
                <a16:creationId xmlns:a16="http://schemas.microsoft.com/office/drawing/2014/main" id="{76B16351-0FC9-437E-B3E0-1343CCD9F06B}"/>
              </a:ext>
            </a:extLst>
          </p:cNvPr>
          <p:cNvSpPr>
            <a:spLocks noGrp="1"/>
          </p:cNvSpPr>
          <p:nvPr>
            <p:ph sz="half" idx="2" hasCustomPrompt="1"/>
          </p:nvPr>
        </p:nvSpPr>
        <p:spPr>
          <a:xfrm>
            <a:off x="4282281" y="4237450"/>
            <a:ext cx="3624263" cy="2080800"/>
          </a:xfrm>
        </p:spPr>
        <p:txBody>
          <a:bodyPr/>
          <a:lstStyle>
            <a:lvl1pPr rtl="0">
              <a:defRPr/>
            </a:lvl1pPr>
            <a:lvl2pPr rtl="0">
              <a:defRPr/>
            </a:lvl2pPr>
            <a:lvl3pPr rtl="0">
              <a:defRPr/>
            </a:lvl3pPr>
            <a:lvl4pPr rtl="0">
              <a:defRPr/>
            </a:lvl4pPr>
            <a:lvl5pPr rtl="0">
              <a:defRPr/>
            </a:lvl5pPr>
          </a:lstStyle>
          <a:p>
            <a:pPr lvl="0"/>
            <a:r>
              <a:rPr lang="en-US" noProof="0" dirty="0" err="1"/>
              <a:t>Mastertextformat</a:t>
            </a:r>
            <a:r>
              <a:rPr lang="en-US" noProof="0" dirty="0"/>
              <a:t> </a:t>
            </a:r>
            <a:r>
              <a:rPr lang="en-US" noProof="0" dirty="0" err="1"/>
              <a:t>bearbeiten</a:t>
            </a:r>
            <a:endParaRPr lang="en-US" noProof="0" dirty="0"/>
          </a:p>
          <a:p>
            <a:pPr lvl="1"/>
            <a:r>
              <a:rPr lang="en-US" noProof="0" dirty="0" err="1"/>
              <a:t>Zweite</a:t>
            </a:r>
            <a:r>
              <a:rPr lang="en-US" noProof="0" dirty="0"/>
              <a:t> Ebene</a:t>
            </a:r>
          </a:p>
          <a:p>
            <a:pPr lvl="2"/>
            <a:r>
              <a:rPr lang="en-US" noProof="0" dirty="0" err="1"/>
              <a:t>Dritte</a:t>
            </a:r>
            <a:r>
              <a:rPr lang="en-US" noProof="0" dirty="0"/>
              <a:t> Ebene</a:t>
            </a:r>
          </a:p>
          <a:p>
            <a:pPr lvl="3"/>
            <a:r>
              <a:rPr lang="en-US" noProof="0" dirty="0" err="1"/>
              <a:t>Vierte</a:t>
            </a:r>
            <a:r>
              <a:rPr lang="en-US" noProof="0" dirty="0"/>
              <a:t> Ebene</a:t>
            </a:r>
          </a:p>
          <a:p>
            <a:pPr lvl="4"/>
            <a:r>
              <a:rPr lang="en-US" noProof="0" dirty="0" err="1"/>
              <a:t>Fünfte</a:t>
            </a:r>
            <a:r>
              <a:rPr lang="en-US" noProof="0" dirty="0"/>
              <a:t> Ebene</a:t>
            </a:r>
          </a:p>
        </p:txBody>
      </p:sp>
      <p:sp>
        <p:nvSpPr>
          <p:cNvPr id="3" name="Content 1">
            <a:extLst>
              <a:ext uri="{FF2B5EF4-FFF2-40B4-BE49-F238E27FC236}">
                <a16:creationId xmlns:a16="http://schemas.microsoft.com/office/drawing/2014/main" id="{EAB99FF0-D2F6-49B1-8163-8F41F44BD37E}"/>
              </a:ext>
            </a:extLst>
          </p:cNvPr>
          <p:cNvSpPr>
            <a:spLocks noGrp="1"/>
          </p:cNvSpPr>
          <p:nvPr>
            <p:ph sz="half" idx="1" hasCustomPrompt="1"/>
          </p:nvPr>
        </p:nvSpPr>
        <p:spPr>
          <a:xfrm>
            <a:off x="4280694" y="1799999"/>
            <a:ext cx="3625850" cy="2080800"/>
          </a:xfrm>
        </p:spPr>
        <p:txBody>
          <a:bodyPr/>
          <a:lstStyle>
            <a:lvl1pPr rtl="0">
              <a:defRPr/>
            </a:lvl1pPr>
            <a:lvl2pPr rtl="0">
              <a:defRPr/>
            </a:lvl2pPr>
            <a:lvl3pPr rtl="0">
              <a:defRPr/>
            </a:lvl3pPr>
            <a:lvl4pPr rtl="0">
              <a:defRPr/>
            </a:lvl4pPr>
            <a:lvl5pPr rtl="0">
              <a:defRPr/>
            </a:lvl5pPr>
          </a:lstStyle>
          <a:p>
            <a:pPr lvl="0"/>
            <a:r>
              <a:rPr lang="en-US" noProof="0" dirty="0" err="1"/>
              <a:t>Mastertextformat</a:t>
            </a:r>
            <a:r>
              <a:rPr lang="en-US" noProof="0" dirty="0"/>
              <a:t> </a:t>
            </a:r>
            <a:r>
              <a:rPr lang="en-US" noProof="0" dirty="0" err="1"/>
              <a:t>bearbeiten</a:t>
            </a:r>
            <a:endParaRPr lang="en-US" noProof="0" dirty="0"/>
          </a:p>
          <a:p>
            <a:pPr lvl="1"/>
            <a:r>
              <a:rPr lang="en-US" noProof="0" dirty="0" err="1"/>
              <a:t>Zweite</a:t>
            </a:r>
            <a:r>
              <a:rPr lang="en-US" noProof="0" dirty="0"/>
              <a:t> Ebene</a:t>
            </a:r>
          </a:p>
          <a:p>
            <a:pPr lvl="2"/>
            <a:r>
              <a:rPr lang="en-US" noProof="0" dirty="0" err="1"/>
              <a:t>Dritte</a:t>
            </a:r>
            <a:r>
              <a:rPr lang="en-US" noProof="0" dirty="0"/>
              <a:t> Ebene</a:t>
            </a:r>
          </a:p>
          <a:p>
            <a:pPr lvl="3"/>
            <a:r>
              <a:rPr lang="en-US" noProof="0" dirty="0" err="1"/>
              <a:t>Vierte</a:t>
            </a:r>
            <a:r>
              <a:rPr lang="en-US" noProof="0" dirty="0"/>
              <a:t> Ebene</a:t>
            </a:r>
          </a:p>
          <a:p>
            <a:pPr lvl="4"/>
            <a:r>
              <a:rPr lang="en-US" noProof="0" dirty="0" err="1"/>
              <a:t>Fünfte</a:t>
            </a:r>
            <a:r>
              <a:rPr lang="en-US" noProof="0" dirty="0"/>
              <a:t> Ebene</a:t>
            </a:r>
          </a:p>
        </p:txBody>
      </p:sp>
      <p:sp>
        <p:nvSpPr>
          <p:cNvPr id="2" name="Title">
            <a:extLst>
              <a:ext uri="{FF2B5EF4-FFF2-40B4-BE49-F238E27FC236}">
                <a16:creationId xmlns:a16="http://schemas.microsoft.com/office/drawing/2014/main" id="{5F9BD10A-C2D6-4AAB-81E0-AE2109049063}"/>
              </a:ext>
            </a:extLst>
          </p:cNvPr>
          <p:cNvSpPr>
            <a:spLocks noGrp="1"/>
          </p:cNvSpPr>
          <p:nvPr>
            <p:ph type="title" hasCustomPrompt="1"/>
          </p:nvPr>
        </p:nvSpPr>
        <p:spPr/>
        <p:txBody>
          <a:bodyPr vert="horz"/>
          <a:lstStyle>
            <a:lvl1pPr rtl="0">
              <a:defRPr/>
            </a:lvl1pPr>
          </a:lstStyle>
          <a:p>
            <a:r>
              <a:rPr lang="en-US" dirty="0"/>
              <a:t>Headline of the Slide with a Maximum Length of Two Lines</a:t>
            </a:r>
            <a:endParaRPr lang="en-US" noProof="0" dirty="0"/>
          </a:p>
        </p:txBody>
      </p:sp>
      <p:sp>
        <p:nvSpPr>
          <p:cNvPr id="8" name="Chapter">
            <a:extLst>
              <a:ext uri="{FF2B5EF4-FFF2-40B4-BE49-F238E27FC236}">
                <a16:creationId xmlns:a16="http://schemas.microsoft.com/office/drawing/2014/main" id="{9F511298-DC0E-4550-AEAA-AAE6E08F28B8}"/>
              </a:ext>
            </a:extLst>
          </p:cNvPr>
          <p:cNvSpPr>
            <a:spLocks noGrp="1"/>
          </p:cNvSpPr>
          <p:nvPr>
            <p:ph type="body" sz="quarter" idx="13" hasCustomPrompt="1"/>
          </p:nvPr>
        </p:nvSpPr>
        <p:spPr>
          <a:xfrm>
            <a:off x="360000" y="360000"/>
            <a:ext cx="7549200" cy="258763"/>
          </a:xfrm>
        </p:spPr>
        <p:txBody>
          <a:bodyPr/>
          <a:lstStyle>
            <a:lvl1pPr marL="0" indent="0" rtl="0">
              <a:buNone/>
              <a:defRPr sz="1200">
                <a:solidFill>
                  <a:schemeClr val="accent1"/>
                </a:solidFill>
              </a:defRPr>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noProof="0" dirty="0"/>
              <a:t>Chapter Title (no headline)</a:t>
            </a:r>
          </a:p>
        </p:txBody>
      </p:sp>
      <p:sp>
        <p:nvSpPr>
          <p:cNvPr id="12" name="Bildplatzhalter 11">
            <a:extLst>
              <a:ext uri="{FF2B5EF4-FFF2-40B4-BE49-F238E27FC236}">
                <a16:creationId xmlns:a16="http://schemas.microsoft.com/office/drawing/2014/main" id="{0A6BE1F0-A19D-4F93-AD91-97B3BC0FE7B1}"/>
              </a:ext>
            </a:extLst>
          </p:cNvPr>
          <p:cNvSpPr>
            <a:spLocks noGrp="1"/>
          </p:cNvSpPr>
          <p:nvPr>
            <p:ph type="pic" sz="quarter" idx="14" hasCustomPrompt="1"/>
          </p:nvPr>
        </p:nvSpPr>
        <p:spPr>
          <a:xfrm>
            <a:off x="360363" y="1798638"/>
            <a:ext cx="3625850" cy="2081212"/>
          </a:xfrm>
          <a:solidFill>
            <a:srgbClr val="ECECED"/>
          </a:solidFill>
        </p:spPr>
        <p:txBody>
          <a:bodyPr anchor="ctr"/>
          <a:lstStyle>
            <a:lvl1pPr marL="0" indent="0" algn="ctr" rtl="0">
              <a:buNone/>
              <a:defRPr>
                <a:solidFill>
                  <a:schemeClr val="bg1"/>
                </a:solidFill>
              </a:defRPr>
            </a:lvl1pPr>
          </a:lstStyle>
          <a:p>
            <a:r>
              <a:rPr lang="en-US" noProof="0" dirty="0"/>
              <a:t>Click to add image</a:t>
            </a:r>
          </a:p>
        </p:txBody>
      </p:sp>
      <p:sp>
        <p:nvSpPr>
          <p:cNvPr id="14" name="Bildplatzhalter 13">
            <a:extLst>
              <a:ext uri="{FF2B5EF4-FFF2-40B4-BE49-F238E27FC236}">
                <a16:creationId xmlns:a16="http://schemas.microsoft.com/office/drawing/2014/main" id="{4F6C28DB-B376-4A6B-83AB-CA336DD8FBD8}"/>
              </a:ext>
            </a:extLst>
          </p:cNvPr>
          <p:cNvSpPr>
            <a:spLocks noGrp="1"/>
          </p:cNvSpPr>
          <p:nvPr>
            <p:ph type="pic" sz="quarter" idx="15" hasCustomPrompt="1"/>
          </p:nvPr>
        </p:nvSpPr>
        <p:spPr>
          <a:xfrm>
            <a:off x="360363" y="4237038"/>
            <a:ext cx="3625850" cy="2081212"/>
          </a:xfrm>
          <a:solidFill>
            <a:srgbClr val="ECECED"/>
          </a:solidFill>
        </p:spPr>
        <p:txBody>
          <a:bodyPr anchor="ctr"/>
          <a:lstStyle>
            <a:lvl1pPr marL="0" indent="0" algn="ctr" rtl="0">
              <a:buNone/>
              <a:defRPr>
                <a:solidFill>
                  <a:schemeClr val="bg1"/>
                </a:solidFill>
              </a:defRPr>
            </a:lvl1pPr>
          </a:lstStyle>
          <a:p>
            <a:r>
              <a:rPr lang="en-US" noProof="0" dirty="0"/>
              <a:t>Click to add image</a:t>
            </a:r>
          </a:p>
        </p:txBody>
      </p:sp>
    </p:spTree>
    <p:extLst>
      <p:ext uri="{BB962C8B-B14F-4D97-AF65-F5344CB8AC3E}">
        <p14:creationId xmlns:p14="http://schemas.microsoft.com/office/powerpoint/2010/main" val="4463315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hallenge - Solution - Features - Benefits">
    <p:spTree>
      <p:nvGrpSpPr>
        <p:cNvPr id="1" name=""/>
        <p:cNvGrpSpPr/>
        <p:nvPr/>
      </p:nvGrpSpPr>
      <p:grpSpPr>
        <a:xfrm>
          <a:off x="0" y="0"/>
          <a:ext cx="0" cy="0"/>
          <a:chOff x="0" y="0"/>
          <a:chExt cx="0" cy="0"/>
        </a:xfrm>
      </p:grpSpPr>
      <p:graphicFrame>
        <p:nvGraphicFramePr>
          <p:cNvPr id="12" name="Object 11" hidden="1">
            <a:extLst>
              <a:ext uri="{FF2B5EF4-FFF2-40B4-BE49-F238E27FC236}">
                <a16:creationId xmlns:a16="http://schemas.microsoft.com/office/drawing/2014/main" id="{F98D09B9-4E47-4BE4-8F4F-06A89C08EC6D}"/>
              </a:ext>
            </a:extLst>
          </p:cNvPr>
          <p:cNvGraphicFramePr>
            <a:graphicFrameLocks noChangeAspect="1"/>
          </p:cNvGraphicFramePr>
          <p:nvPr userDrawn="1">
            <p:custDataLst>
              <p:tags r:id="rId1"/>
            </p:custDataLst>
            <p:extLst>
              <p:ext uri="{D42A27DB-BD31-4B8C-83A1-F6EECF244321}">
                <p14:modId xmlns:p14="http://schemas.microsoft.com/office/powerpoint/2010/main" val="135616593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0" imgH="469" progId="TCLayout.ActiveDocument.1">
                  <p:embed/>
                </p:oleObj>
              </mc:Choice>
              <mc:Fallback>
                <p:oleObj name="think-cell Slide" r:id="rId3" imgW="470" imgH="469"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Pagenumber">
            <a:extLst>
              <a:ext uri="{FF2B5EF4-FFF2-40B4-BE49-F238E27FC236}">
                <a16:creationId xmlns:a16="http://schemas.microsoft.com/office/drawing/2014/main" id="{4F6E0ADB-8058-4652-8F48-21C8CF77EBA6}"/>
              </a:ext>
            </a:extLst>
          </p:cNvPr>
          <p:cNvSpPr>
            <a:spLocks noGrp="1"/>
          </p:cNvSpPr>
          <p:nvPr>
            <p:ph type="sldNum" sz="quarter" idx="12"/>
          </p:nvPr>
        </p:nvSpPr>
        <p:spPr/>
        <p:txBody>
          <a:bodyPr/>
          <a:lstStyle>
            <a:lvl1pPr rtl="0">
              <a:defRPr/>
            </a:lvl1pPr>
          </a:lstStyle>
          <a:p>
            <a:fld id="{0CE2C118-78B0-4948-9692-2E57815A59D4}" type="slidenum">
              <a:rPr lang="en-US" noProof="0" smtClean="0"/>
              <a:pPr/>
              <a:t>‹#›</a:t>
            </a:fld>
            <a:endParaRPr lang="en-US" noProof="0" dirty="0"/>
          </a:p>
        </p:txBody>
      </p:sp>
      <p:sp>
        <p:nvSpPr>
          <p:cNvPr id="6" name="Footer">
            <a:extLst>
              <a:ext uri="{FF2B5EF4-FFF2-40B4-BE49-F238E27FC236}">
                <a16:creationId xmlns:a16="http://schemas.microsoft.com/office/drawing/2014/main" id="{77B17D79-02A5-463C-A7F3-A92241A9CD16}"/>
              </a:ext>
            </a:extLst>
          </p:cNvPr>
          <p:cNvSpPr>
            <a:spLocks noGrp="1"/>
          </p:cNvSpPr>
          <p:nvPr>
            <p:ph type="ftr" sz="quarter" idx="11"/>
          </p:nvPr>
        </p:nvSpPr>
        <p:spPr/>
        <p:txBody>
          <a:bodyPr/>
          <a:lstStyle>
            <a:lvl1pPr rtl="0">
              <a:defRPr/>
            </a:lvl1pPr>
          </a:lstStyle>
          <a:p>
            <a:r>
              <a:rPr lang="en-US" noProof="0"/>
              <a:t>YeJun Kim / SM JP INT</a:t>
            </a:r>
          </a:p>
        </p:txBody>
      </p:sp>
      <p:sp>
        <p:nvSpPr>
          <p:cNvPr id="5" name="Date">
            <a:extLst>
              <a:ext uri="{FF2B5EF4-FFF2-40B4-BE49-F238E27FC236}">
                <a16:creationId xmlns:a16="http://schemas.microsoft.com/office/drawing/2014/main" id="{9FF4EC82-580C-4586-8F94-B52AC4B8F68F}"/>
              </a:ext>
            </a:extLst>
          </p:cNvPr>
          <p:cNvSpPr>
            <a:spLocks noGrp="1"/>
          </p:cNvSpPr>
          <p:nvPr>
            <p:ph type="dt" sz="half" idx="10"/>
          </p:nvPr>
        </p:nvSpPr>
        <p:spPr/>
        <p:txBody>
          <a:bodyPr/>
          <a:lstStyle>
            <a:lvl1pPr rtl="0">
              <a:defRPr/>
            </a:lvl1pPr>
          </a:lstStyle>
          <a:p>
            <a:r>
              <a:rPr lang="de-DE" noProof="0"/>
              <a:t>2026-07-01</a:t>
            </a:r>
            <a:endParaRPr lang="en-US" noProof="0" dirty="0"/>
          </a:p>
        </p:txBody>
      </p:sp>
      <p:sp>
        <p:nvSpPr>
          <p:cNvPr id="11" name="Content 4">
            <a:extLst>
              <a:ext uri="{FF2B5EF4-FFF2-40B4-BE49-F238E27FC236}">
                <a16:creationId xmlns:a16="http://schemas.microsoft.com/office/drawing/2014/main" id="{E0F3B7A9-E9F0-412E-9DFA-4C8977ED3EFF}"/>
              </a:ext>
            </a:extLst>
          </p:cNvPr>
          <p:cNvSpPr>
            <a:spLocks noGrp="1"/>
          </p:cNvSpPr>
          <p:nvPr>
            <p:ph sz="quarter" idx="15" hasCustomPrompt="1"/>
          </p:nvPr>
        </p:nvSpPr>
        <p:spPr>
          <a:xfrm>
            <a:off x="4284000" y="4237450"/>
            <a:ext cx="3628800" cy="2080800"/>
          </a:xfrm>
        </p:spPr>
        <p:txBody>
          <a:bodyPr/>
          <a:lstStyle>
            <a:lvl1pPr rtl="0">
              <a:defRPr/>
            </a:lvl1pPr>
            <a:lvl2pPr rtl="0">
              <a:defRPr/>
            </a:lvl2pPr>
            <a:lvl3pPr rtl="0">
              <a:defRPr/>
            </a:lvl3pPr>
            <a:lvl4pPr rtl="0">
              <a:defRPr/>
            </a:lvl4pPr>
            <a:lvl5pPr rtl="0">
              <a:defRPr/>
            </a:lvl5pPr>
          </a:lstStyle>
          <a:p>
            <a:pPr lvl="0"/>
            <a:r>
              <a:rPr lang="en-US" noProof="0" dirty="0" err="1"/>
              <a:t>Mastertextformat</a:t>
            </a:r>
            <a:r>
              <a:rPr lang="en-US" noProof="0" dirty="0"/>
              <a:t> </a:t>
            </a:r>
            <a:r>
              <a:rPr lang="en-US" noProof="0" dirty="0" err="1"/>
              <a:t>bearbeiten</a:t>
            </a:r>
            <a:endParaRPr lang="en-US" noProof="0" dirty="0"/>
          </a:p>
          <a:p>
            <a:pPr lvl="1"/>
            <a:r>
              <a:rPr lang="en-US" noProof="0" dirty="0" err="1"/>
              <a:t>Zweite</a:t>
            </a:r>
            <a:r>
              <a:rPr lang="en-US" noProof="0" dirty="0"/>
              <a:t> Ebene</a:t>
            </a:r>
          </a:p>
          <a:p>
            <a:pPr lvl="2"/>
            <a:r>
              <a:rPr lang="en-US" noProof="0" dirty="0" err="1"/>
              <a:t>Dritte</a:t>
            </a:r>
            <a:r>
              <a:rPr lang="en-US" noProof="0" dirty="0"/>
              <a:t> Ebene</a:t>
            </a:r>
          </a:p>
          <a:p>
            <a:pPr lvl="3"/>
            <a:r>
              <a:rPr lang="en-US" noProof="0" dirty="0" err="1"/>
              <a:t>Vierte</a:t>
            </a:r>
            <a:r>
              <a:rPr lang="en-US" noProof="0" dirty="0"/>
              <a:t> Ebene</a:t>
            </a:r>
          </a:p>
          <a:p>
            <a:pPr lvl="4"/>
            <a:r>
              <a:rPr lang="en-US" noProof="0" dirty="0" err="1"/>
              <a:t>Fünfte</a:t>
            </a:r>
            <a:r>
              <a:rPr lang="en-US" noProof="0" dirty="0"/>
              <a:t> Ebene</a:t>
            </a:r>
          </a:p>
        </p:txBody>
      </p:sp>
      <p:sp>
        <p:nvSpPr>
          <p:cNvPr id="10" name="Content 3">
            <a:extLst>
              <a:ext uri="{FF2B5EF4-FFF2-40B4-BE49-F238E27FC236}">
                <a16:creationId xmlns:a16="http://schemas.microsoft.com/office/drawing/2014/main" id="{836B76B4-2099-4615-856F-9BB5847D8283}"/>
              </a:ext>
            </a:extLst>
          </p:cNvPr>
          <p:cNvSpPr>
            <a:spLocks noGrp="1"/>
          </p:cNvSpPr>
          <p:nvPr>
            <p:ph sz="quarter" idx="14" hasCustomPrompt="1"/>
          </p:nvPr>
        </p:nvSpPr>
        <p:spPr>
          <a:xfrm>
            <a:off x="4284000" y="1800225"/>
            <a:ext cx="3628800" cy="2080800"/>
          </a:xfrm>
        </p:spPr>
        <p:txBody>
          <a:bodyPr/>
          <a:lstStyle>
            <a:lvl1pPr rtl="0">
              <a:defRPr/>
            </a:lvl1pPr>
            <a:lvl2pPr rtl="0">
              <a:defRPr/>
            </a:lvl2pPr>
            <a:lvl3pPr rtl="0">
              <a:defRPr/>
            </a:lvl3pPr>
            <a:lvl4pPr rtl="0">
              <a:defRPr/>
            </a:lvl4pPr>
            <a:lvl5pPr rtl="0">
              <a:defRPr/>
            </a:lvl5pPr>
          </a:lstStyle>
          <a:p>
            <a:pPr lvl="0"/>
            <a:r>
              <a:rPr lang="en-US" noProof="0" dirty="0" err="1"/>
              <a:t>Mastertextformat</a:t>
            </a:r>
            <a:r>
              <a:rPr lang="en-US" noProof="0" dirty="0"/>
              <a:t> </a:t>
            </a:r>
            <a:r>
              <a:rPr lang="en-US" noProof="0" dirty="0" err="1"/>
              <a:t>bearbeiten</a:t>
            </a:r>
            <a:endParaRPr lang="en-US" noProof="0" dirty="0"/>
          </a:p>
          <a:p>
            <a:pPr lvl="1"/>
            <a:r>
              <a:rPr lang="en-US" noProof="0" dirty="0" err="1"/>
              <a:t>Zweite</a:t>
            </a:r>
            <a:r>
              <a:rPr lang="en-US" noProof="0" dirty="0"/>
              <a:t> Ebene</a:t>
            </a:r>
          </a:p>
          <a:p>
            <a:pPr lvl="2"/>
            <a:r>
              <a:rPr lang="en-US" noProof="0" dirty="0" err="1"/>
              <a:t>Dritte</a:t>
            </a:r>
            <a:r>
              <a:rPr lang="en-US" noProof="0" dirty="0"/>
              <a:t> Ebene</a:t>
            </a:r>
          </a:p>
          <a:p>
            <a:pPr lvl="3"/>
            <a:r>
              <a:rPr lang="en-US" noProof="0" dirty="0" err="1"/>
              <a:t>Vierte</a:t>
            </a:r>
            <a:r>
              <a:rPr lang="en-US" noProof="0" dirty="0"/>
              <a:t> Ebene</a:t>
            </a:r>
          </a:p>
          <a:p>
            <a:pPr lvl="4"/>
            <a:r>
              <a:rPr lang="en-US" noProof="0" dirty="0" err="1"/>
              <a:t>Fünfte</a:t>
            </a:r>
            <a:r>
              <a:rPr lang="en-US" noProof="0" dirty="0"/>
              <a:t> Ebene</a:t>
            </a:r>
          </a:p>
        </p:txBody>
      </p:sp>
      <p:sp>
        <p:nvSpPr>
          <p:cNvPr id="4" name="Content 2">
            <a:extLst>
              <a:ext uri="{FF2B5EF4-FFF2-40B4-BE49-F238E27FC236}">
                <a16:creationId xmlns:a16="http://schemas.microsoft.com/office/drawing/2014/main" id="{76B16351-0FC9-437E-B3E0-1343CCD9F06B}"/>
              </a:ext>
            </a:extLst>
          </p:cNvPr>
          <p:cNvSpPr>
            <a:spLocks noGrp="1"/>
          </p:cNvSpPr>
          <p:nvPr>
            <p:ph sz="half" idx="2" hasCustomPrompt="1"/>
          </p:nvPr>
        </p:nvSpPr>
        <p:spPr>
          <a:xfrm>
            <a:off x="360000" y="4237450"/>
            <a:ext cx="3629025" cy="2080800"/>
          </a:xfrm>
        </p:spPr>
        <p:txBody>
          <a:bodyPr/>
          <a:lstStyle>
            <a:lvl1pPr rtl="0">
              <a:defRPr/>
            </a:lvl1pPr>
            <a:lvl2pPr rtl="0">
              <a:defRPr/>
            </a:lvl2pPr>
            <a:lvl3pPr rtl="0">
              <a:defRPr/>
            </a:lvl3pPr>
            <a:lvl4pPr rtl="0">
              <a:defRPr/>
            </a:lvl4pPr>
            <a:lvl5pPr rtl="0">
              <a:defRPr/>
            </a:lvl5pPr>
          </a:lstStyle>
          <a:p>
            <a:pPr lvl="0"/>
            <a:r>
              <a:rPr lang="en-US" noProof="0" dirty="0" err="1"/>
              <a:t>Mastertextformat</a:t>
            </a:r>
            <a:r>
              <a:rPr lang="en-US" noProof="0" dirty="0"/>
              <a:t> </a:t>
            </a:r>
            <a:r>
              <a:rPr lang="en-US" noProof="0" dirty="0" err="1"/>
              <a:t>bearbeiten</a:t>
            </a:r>
            <a:endParaRPr lang="en-US" noProof="0" dirty="0"/>
          </a:p>
          <a:p>
            <a:pPr lvl="1"/>
            <a:r>
              <a:rPr lang="en-US" noProof="0" dirty="0" err="1"/>
              <a:t>Zweite</a:t>
            </a:r>
            <a:r>
              <a:rPr lang="en-US" noProof="0" dirty="0"/>
              <a:t> Ebene</a:t>
            </a:r>
          </a:p>
          <a:p>
            <a:pPr lvl="2"/>
            <a:r>
              <a:rPr lang="en-US" noProof="0" dirty="0" err="1"/>
              <a:t>Dritte</a:t>
            </a:r>
            <a:r>
              <a:rPr lang="en-US" noProof="0" dirty="0"/>
              <a:t> Ebene</a:t>
            </a:r>
          </a:p>
          <a:p>
            <a:pPr lvl="3"/>
            <a:r>
              <a:rPr lang="en-US" noProof="0" dirty="0" err="1"/>
              <a:t>Vierte</a:t>
            </a:r>
            <a:r>
              <a:rPr lang="en-US" noProof="0" dirty="0"/>
              <a:t> Ebene</a:t>
            </a:r>
          </a:p>
          <a:p>
            <a:pPr lvl="4"/>
            <a:r>
              <a:rPr lang="en-US" noProof="0" dirty="0" err="1"/>
              <a:t>Fünfte</a:t>
            </a:r>
            <a:r>
              <a:rPr lang="en-US" noProof="0" dirty="0"/>
              <a:t> Ebene</a:t>
            </a:r>
          </a:p>
        </p:txBody>
      </p:sp>
      <p:sp>
        <p:nvSpPr>
          <p:cNvPr id="3" name="Content 1">
            <a:extLst>
              <a:ext uri="{FF2B5EF4-FFF2-40B4-BE49-F238E27FC236}">
                <a16:creationId xmlns:a16="http://schemas.microsoft.com/office/drawing/2014/main" id="{EAB99FF0-D2F6-49B1-8163-8F41F44BD37E}"/>
              </a:ext>
            </a:extLst>
          </p:cNvPr>
          <p:cNvSpPr>
            <a:spLocks noGrp="1"/>
          </p:cNvSpPr>
          <p:nvPr>
            <p:ph sz="half" idx="1" hasCustomPrompt="1"/>
          </p:nvPr>
        </p:nvSpPr>
        <p:spPr>
          <a:xfrm>
            <a:off x="360362" y="1799999"/>
            <a:ext cx="3628800" cy="2080800"/>
          </a:xfrm>
        </p:spPr>
        <p:txBody>
          <a:bodyPr/>
          <a:lstStyle>
            <a:lvl1pPr rtl="0">
              <a:defRPr/>
            </a:lvl1pPr>
            <a:lvl2pPr rtl="0">
              <a:defRPr/>
            </a:lvl2pPr>
            <a:lvl3pPr rtl="0">
              <a:defRPr/>
            </a:lvl3pPr>
            <a:lvl4pPr rtl="0">
              <a:defRPr/>
            </a:lvl4pPr>
            <a:lvl5pPr rtl="0">
              <a:defRPr/>
            </a:lvl5pPr>
          </a:lstStyle>
          <a:p>
            <a:pPr lvl="0"/>
            <a:r>
              <a:rPr lang="en-US" noProof="0" dirty="0" err="1"/>
              <a:t>Mastertextformat</a:t>
            </a:r>
            <a:r>
              <a:rPr lang="en-US" noProof="0" dirty="0"/>
              <a:t> </a:t>
            </a:r>
            <a:r>
              <a:rPr lang="en-US" noProof="0" dirty="0" err="1"/>
              <a:t>bearbeiten</a:t>
            </a:r>
            <a:endParaRPr lang="en-US" noProof="0" dirty="0"/>
          </a:p>
          <a:p>
            <a:pPr lvl="1"/>
            <a:r>
              <a:rPr lang="en-US" noProof="0" dirty="0" err="1"/>
              <a:t>Zweite</a:t>
            </a:r>
            <a:r>
              <a:rPr lang="en-US" noProof="0" dirty="0"/>
              <a:t> Ebene</a:t>
            </a:r>
          </a:p>
          <a:p>
            <a:pPr lvl="2"/>
            <a:r>
              <a:rPr lang="en-US" noProof="0" dirty="0" err="1"/>
              <a:t>Dritte</a:t>
            </a:r>
            <a:r>
              <a:rPr lang="en-US" noProof="0" dirty="0"/>
              <a:t> Ebene</a:t>
            </a:r>
          </a:p>
          <a:p>
            <a:pPr lvl="3"/>
            <a:r>
              <a:rPr lang="en-US" noProof="0" dirty="0" err="1"/>
              <a:t>Vierte</a:t>
            </a:r>
            <a:r>
              <a:rPr lang="en-US" noProof="0" dirty="0"/>
              <a:t> Ebene</a:t>
            </a:r>
          </a:p>
          <a:p>
            <a:pPr lvl="4"/>
            <a:r>
              <a:rPr lang="en-US" noProof="0" dirty="0" err="1"/>
              <a:t>Fünfte</a:t>
            </a:r>
            <a:r>
              <a:rPr lang="en-US" noProof="0" dirty="0"/>
              <a:t> Ebene</a:t>
            </a:r>
          </a:p>
        </p:txBody>
      </p:sp>
      <p:sp>
        <p:nvSpPr>
          <p:cNvPr id="2" name="Title">
            <a:extLst>
              <a:ext uri="{FF2B5EF4-FFF2-40B4-BE49-F238E27FC236}">
                <a16:creationId xmlns:a16="http://schemas.microsoft.com/office/drawing/2014/main" id="{5F9BD10A-C2D6-4AAB-81E0-AE2109049063}"/>
              </a:ext>
            </a:extLst>
          </p:cNvPr>
          <p:cNvSpPr>
            <a:spLocks noGrp="1"/>
          </p:cNvSpPr>
          <p:nvPr>
            <p:ph type="title" hasCustomPrompt="1"/>
          </p:nvPr>
        </p:nvSpPr>
        <p:spPr/>
        <p:txBody>
          <a:bodyPr vert="horz"/>
          <a:lstStyle>
            <a:lvl1pPr rtl="0">
              <a:defRPr/>
            </a:lvl1pPr>
          </a:lstStyle>
          <a:p>
            <a:r>
              <a:rPr lang="en-US" dirty="0"/>
              <a:t>Headline of the Slide with a Maximum Length of Two Lines</a:t>
            </a:r>
            <a:endParaRPr lang="en-US" noProof="0" dirty="0"/>
          </a:p>
        </p:txBody>
      </p:sp>
      <p:sp>
        <p:nvSpPr>
          <p:cNvPr id="8" name="Chapter">
            <a:extLst>
              <a:ext uri="{FF2B5EF4-FFF2-40B4-BE49-F238E27FC236}">
                <a16:creationId xmlns:a16="http://schemas.microsoft.com/office/drawing/2014/main" id="{9F511298-DC0E-4550-AEAA-AAE6E08F28B8}"/>
              </a:ext>
            </a:extLst>
          </p:cNvPr>
          <p:cNvSpPr>
            <a:spLocks noGrp="1"/>
          </p:cNvSpPr>
          <p:nvPr>
            <p:ph type="body" sz="quarter" idx="13" hasCustomPrompt="1"/>
          </p:nvPr>
        </p:nvSpPr>
        <p:spPr>
          <a:xfrm>
            <a:off x="360000" y="360000"/>
            <a:ext cx="7549200" cy="258763"/>
          </a:xfrm>
        </p:spPr>
        <p:txBody>
          <a:bodyPr/>
          <a:lstStyle>
            <a:lvl1pPr marL="0" indent="0" rtl="0">
              <a:buNone/>
              <a:defRPr sz="1200">
                <a:solidFill>
                  <a:schemeClr val="accent1"/>
                </a:solidFill>
              </a:defRPr>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noProof="0" dirty="0"/>
              <a:t>Chapter Title (no headline)</a:t>
            </a:r>
          </a:p>
        </p:txBody>
      </p:sp>
      <p:sp>
        <p:nvSpPr>
          <p:cNvPr id="14" name="Bildplatzhalter 13">
            <a:extLst>
              <a:ext uri="{FF2B5EF4-FFF2-40B4-BE49-F238E27FC236}">
                <a16:creationId xmlns:a16="http://schemas.microsoft.com/office/drawing/2014/main" id="{2CBF716B-8446-44D7-B0F3-DA207D983CDA}"/>
              </a:ext>
            </a:extLst>
          </p:cNvPr>
          <p:cNvSpPr>
            <a:spLocks noGrp="1"/>
          </p:cNvSpPr>
          <p:nvPr>
            <p:ph type="pic" sz="quarter" idx="16" hasCustomPrompt="1"/>
          </p:nvPr>
        </p:nvSpPr>
        <p:spPr>
          <a:xfrm>
            <a:off x="8205788" y="1798638"/>
            <a:ext cx="3625850" cy="3625850"/>
          </a:xfrm>
          <a:prstGeom prst="ellipse">
            <a:avLst/>
          </a:prstGeom>
          <a:solidFill>
            <a:srgbClr val="ECECED"/>
          </a:solidFill>
        </p:spPr>
        <p:txBody>
          <a:bodyPr anchor="ctr"/>
          <a:lstStyle>
            <a:lvl1pPr marL="0" indent="0" algn="ctr" rtl="0">
              <a:buNone/>
              <a:defRPr>
                <a:solidFill>
                  <a:schemeClr val="bg1"/>
                </a:solidFill>
              </a:defRPr>
            </a:lvl1pPr>
          </a:lstStyle>
          <a:p>
            <a:r>
              <a:rPr lang="en-US" noProof="0" dirty="0"/>
              <a:t>Click to add image</a:t>
            </a:r>
          </a:p>
        </p:txBody>
      </p:sp>
    </p:spTree>
    <p:extLst>
      <p:ext uri="{BB962C8B-B14F-4D97-AF65-F5344CB8AC3E}">
        <p14:creationId xmlns:p14="http://schemas.microsoft.com/office/powerpoint/2010/main" val="23675348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ircular images - one item">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65C693E6-5AE6-4047-A4B1-816FDFE11F3C}"/>
              </a:ext>
            </a:extLst>
          </p:cNvPr>
          <p:cNvGraphicFramePr>
            <a:graphicFrameLocks noChangeAspect="1"/>
          </p:cNvGraphicFramePr>
          <p:nvPr userDrawn="1">
            <p:custDataLst>
              <p:tags r:id="rId1"/>
            </p:custDataLst>
            <p:extLst>
              <p:ext uri="{D42A27DB-BD31-4B8C-83A1-F6EECF244321}">
                <p14:modId xmlns:p14="http://schemas.microsoft.com/office/powerpoint/2010/main" val="28889412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0" imgH="469" progId="TCLayout.ActiveDocument.1">
                  <p:embed/>
                </p:oleObj>
              </mc:Choice>
              <mc:Fallback>
                <p:oleObj name="think-cell Slide" r:id="rId3" imgW="470" imgH="469"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Pagenumber">
            <a:extLst>
              <a:ext uri="{FF2B5EF4-FFF2-40B4-BE49-F238E27FC236}">
                <a16:creationId xmlns:a16="http://schemas.microsoft.com/office/drawing/2014/main" id="{4F6E0ADB-8058-4652-8F48-21C8CF77EBA6}"/>
              </a:ext>
            </a:extLst>
          </p:cNvPr>
          <p:cNvSpPr>
            <a:spLocks noGrp="1"/>
          </p:cNvSpPr>
          <p:nvPr>
            <p:ph type="sldNum" sz="quarter" idx="12"/>
          </p:nvPr>
        </p:nvSpPr>
        <p:spPr/>
        <p:txBody>
          <a:bodyPr/>
          <a:lstStyle>
            <a:lvl1pPr rtl="0">
              <a:defRPr/>
            </a:lvl1pPr>
          </a:lstStyle>
          <a:p>
            <a:fld id="{0CE2C118-78B0-4948-9692-2E57815A59D4}" type="slidenum">
              <a:rPr lang="en-US" noProof="0" smtClean="0"/>
              <a:pPr/>
              <a:t>‹#›</a:t>
            </a:fld>
            <a:endParaRPr lang="en-US" noProof="0" dirty="0"/>
          </a:p>
        </p:txBody>
      </p:sp>
      <p:sp>
        <p:nvSpPr>
          <p:cNvPr id="6" name="Footer">
            <a:extLst>
              <a:ext uri="{FF2B5EF4-FFF2-40B4-BE49-F238E27FC236}">
                <a16:creationId xmlns:a16="http://schemas.microsoft.com/office/drawing/2014/main" id="{77B17D79-02A5-463C-A7F3-A92241A9CD16}"/>
              </a:ext>
            </a:extLst>
          </p:cNvPr>
          <p:cNvSpPr>
            <a:spLocks noGrp="1"/>
          </p:cNvSpPr>
          <p:nvPr>
            <p:ph type="ftr" sz="quarter" idx="11"/>
          </p:nvPr>
        </p:nvSpPr>
        <p:spPr/>
        <p:txBody>
          <a:bodyPr/>
          <a:lstStyle>
            <a:lvl1pPr rtl="0">
              <a:defRPr/>
            </a:lvl1pPr>
          </a:lstStyle>
          <a:p>
            <a:r>
              <a:rPr lang="en-US" noProof="0"/>
              <a:t>YeJun Kim / SM JP INT</a:t>
            </a:r>
          </a:p>
        </p:txBody>
      </p:sp>
      <p:sp>
        <p:nvSpPr>
          <p:cNvPr id="5" name="Date">
            <a:extLst>
              <a:ext uri="{FF2B5EF4-FFF2-40B4-BE49-F238E27FC236}">
                <a16:creationId xmlns:a16="http://schemas.microsoft.com/office/drawing/2014/main" id="{9FF4EC82-580C-4586-8F94-B52AC4B8F68F}"/>
              </a:ext>
            </a:extLst>
          </p:cNvPr>
          <p:cNvSpPr>
            <a:spLocks noGrp="1"/>
          </p:cNvSpPr>
          <p:nvPr>
            <p:ph type="dt" sz="half" idx="10"/>
          </p:nvPr>
        </p:nvSpPr>
        <p:spPr/>
        <p:txBody>
          <a:bodyPr/>
          <a:lstStyle>
            <a:lvl1pPr rtl="0">
              <a:defRPr/>
            </a:lvl1pPr>
          </a:lstStyle>
          <a:p>
            <a:r>
              <a:rPr lang="de-DE" noProof="0"/>
              <a:t>2026-07-01</a:t>
            </a:r>
            <a:endParaRPr lang="en-US" noProof="0" dirty="0"/>
          </a:p>
        </p:txBody>
      </p:sp>
      <p:sp>
        <p:nvSpPr>
          <p:cNvPr id="10" name="Image 1">
            <a:extLst>
              <a:ext uri="{FF2B5EF4-FFF2-40B4-BE49-F238E27FC236}">
                <a16:creationId xmlns:a16="http://schemas.microsoft.com/office/drawing/2014/main" id="{172A9D52-A6B4-4186-A652-2BF58B83EA64}"/>
              </a:ext>
            </a:extLst>
          </p:cNvPr>
          <p:cNvSpPr>
            <a:spLocks noGrp="1"/>
          </p:cNvSpPr>
          <p:nvPr>
            <p:ph type="pic" sz="quarter" idx="14" hasCustomPrompt="1"/>
          </p:nvPr>
        </p:nvSpPr>
        <p:spPr>
          <a:xfrm>
            <a:off x="6412050" y="900000"/>
            <a:ext cx="5418000" cy="5418000"/>
          </a:xfrm>
          <a:prstGeom prst="ellipse">
            <a:avLst/>
          </a:prstGeom>
          <a:solidFill>
            <a:srgbClr val="ECECED"/>
          </a:solidFill>
        </p:spPr>
        <p:txBody>
          <a:bodyPr anchor="ctr"/>
          <a:lstStyle>
            <a:lvl1pPr marL="0" indent="0" algn="ctr" rtl="0">
              <a:buNone/>
              <a:defRPr>
                <a:solidFill>
                  <a:schemeClr val="bg1"/>
                </a:solidFill>
              </a:defRPr>
            </a:lvl1pPr>
          </a:lstStyle>
          <a:p>
            <a:r>
              <a:rPr lang="en-US" noProof="0" dirty="0"/>
              <a:t>Click to add image</a:t>
            </a:r>
          </a:p>
        </p:txBody>
      </p:sp>
      <p:sp>
        <p:nvSpPr>
          <p:cNvPr id="3" name="Content 1">
            <a:extLst>
              <a:ext uri="{FF2B5EF4-FFF2-40B4-BE49-F238E27FC236}">
                <a16:creationId xmlns:a16="http://schemas.microsoft.com/office/drawing/2014/main" id="{EAB99FF0-D2F6-49B1-8163-8F41F44BD37E}"/>
              </a:ext>
            </a:extLst>
          </p:cNvPr>
          <p:cNvSpPr>
            <a:spLocks noGrp="1"/>
          </p:cNvSpPr>
          <p:nvPr>
            <p:ph sz="half" idx="1" hasCustomPrompt="1"/>
          </p:nvPr>
        </p:nvSpPr>
        <p:spPr>
          <a:xfrm>
            <a:off x="360362" y="1799999"/>
            <a:ext cx="5591175" cy="4518000"/>
          </a:xfrm>
        </p:spPr>
        <p:txBody>
          <a:bodyPr/>
          <a:lstStyle>
            <a:lvl1pPr rtl="0">
              <a:defRPr/>
            </a:lvl1pPr>
            <a:lvl2pPr rtl="0">
              <a:defRPr/>
            </a:lvl2pPr>
            <a:lvl3pPr rtl="0">
              <a:defRPr/>
            </a:lvl3pPr>
            <a:lvl4pPr rtl="0">
              <a:defRPr/>
            </a:lvl4pPr>
            <a:lvl5pPr rtl="0">
              <a:defRPr/>
            </a:lvl5pPr>
          </a:lstStyle>
          <a:p>
            <a:pPr lvl="0"/>
            <a:r>
              <a:rPr lang="en-US" noProof="0" dirty="0" err="1"/>
              <a:t>Mastertextformat</a:t>
            </a:r>
            <a:r>
              <a:rPr lang="en-US" noProof="0" dirty="0"/>
              <a:t> </a:t>
            </a:r>
            <a:r>
              <a:rPr lang="en-US" noProof="0" dirty="0" err="1"/>
              <a:t>bearbeiten</a:t>
            </a:r>
            <a:endParaRPr lang="en-US" noProof="0" dirty="0"/>
          </a:p>
          <a:p>
            <a:pPr lvl="1"/>
            <a:r>
              <a:rPr lang="en-US" noProof="0" dirty="0" err="1"/>
              <a:t>Zweite</a:t>
            </a:r>
            <a:r>
              <a:rPr lang="en-US" noProof="0" dirty="0"/>
              <a:t> Ebene</a:t>
            </a:r>
          </a:p>
          <a:p>
            <a:pPr lvl="2"/>
            <a:r>
              <a:rPr lang="en-US" noProof="0" dirty="0" err="1"/>
              <a:t>Dritte</a:t>
            </a:r>
            <a:r>
              <a:rPr lang="en-US" noProof="0" dirty="0"/>
              <a:t> Ebene</a:t>
            </a:r>
          </a:p>
          <a:p>
            <a:pPr lvl="3"/>
            <a:r>
              <a:rPr lang="en-US" noProof="0" dirty="0" err="1"/>
              <a:t>Vierte</a:t>
            </a:r>
            <a:r>
              <a:rPr lang="en-US" noProof="0" dirty="0"/>
              <a:t> Ebene</a:t>
            </a:r>
          </a:p>
          <a:p>
            <a:pPr lvl="4"/>
            <a:r>
              <a:rPr lang="en-US" noProof="0" dirty="0" err="1"/>
              <a:t>Fünfte</a:t>
            </a:r>
            <a:r>
              <a:rPr lang="en-US" noProof="0" dirty="0"/>
              <a:t> Ebene</a:t>
            </a:r>
          </a:p>
        </p:txBody>
      </p:sp>
      <p:sp>
        <p:nvSpPr>
          <p:cNvPr id="2" name="Title">
            <a:extLst>
              <a:ext uri="{FF2B5EF4-FFF2-40B4-BE49-F238E27FC236}">
                <a16:creationId xmlns:a16="http://schemas.microsoft.com/office/drawing/2014/main" id="{5F9BD10A-C2D6-4AAB-81E0-AE2109049063}"/>
              </a:ext>
            </a:extLst>
          </p:cNvPr>
          <p:cNvSpPr>
            <a:spLocks noGrp="1"/>
          </p:cNvSpPr>
          <p:nvPr>
            <p:ph type="title" hasCustomPrompt="1"/>
          </p:nvPr>
        </p:nvSpPr>
        <p:spPr>
          <a:xfrm>
            <a:off x="360000" y="900000"/>
            <a:ext cx="5590800" cy="720000"/>
          </a:xfrm>
        </p:spPr>
        <p:txBody>
          <a:bodyPr vert="horz"/>
          <a:lstStyle>
            <a:lvl1pPr rtl="0">
              <a:defRPr/>
            </a:lvl1pPr>
          </a:lstStyle>
          <a:p>
            <a:r>
              <a:rPr lang="en-US" dirty="0"/>
              <a:t>Headline of the Slide with a Maximum Length of Two Lines</a:t>
            </a:r>
            <a:endParaRPr lang="en-US" noProof="0" dirty="0"/>
          </a:p>
        </p:txBody>
      </p:sp>
      <p:sp>
        <p:nvSpPr>
          <p:cNvPr id="8" name="Chapter">
            <a:extLst>
              <a:ext uri="{FF2B5EF4-FFF2-40B4-BE49-F238E27FC236}">
                <a16:creationId xmlns:a16="http://schemas.microsoft.com/office/drawing/2014/main" id="{9F511298-DC0E-4550-AEAA-AAE6E08F28B8}"/>
              </a:ext>
            </a:extLst>
          </p:cNvPr>
          <p:cNvSpPr>
            <a:spLocks noGrp="1"/>
          </p:cNvSpPr>
          <p:nvPr>
            <p:ph type="body" sz="quarter" idx="13" hasCustomPrompt="1"/>
          </p:nvPr>
        </p:nvSpPr>
        <p:spPr>
          <a:xfrm>
            <a:off x="360000" y="360000"/>
            <a:ext cx="7549200" cy="258763"/>
          </a:xfrm>
        </p:spPr>
        <p:txBody>
          <a:bodyPr/>
          <a:lstStyle>
            <a:lvl1pPr marL="0" indent="0" rtl="0">
              <a:buNone/>
              <a:defRPr sz="1200">
                <a:solidFill>
                  <a:schemeClr val="accent1"/>
                </a:solidFill>
              </a:defRPr>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noProof="0" dirty="0"/>
              <a:t>Chapter Title (no headline)</a:t>
            </a:r>
          </a:p>
        </p:txBody>
      </p:sp>
    </p:spTree>
    <p:extLst>
      <p:ext uri="{BB962C8B-B14F-4D97-AF65-F5344CB8AC3E}">
        <p14:creationId xmlns:p14="http://schemas.microsoft.com/office/powerpoint/2010/main" val="375152090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ircular images - two items">
    <p:spTree>
      <p:nvGrpSpPr>
        <p:cNvPr id="1" name=""/>
        <p:cNvGrpSpPr/>
        <p:nvPr/>
      </p:nvGrpSpPr>
      <p:grpSpPr>
        <a:xfrm>
          <a:off x="0" y="0"/>
          <a:ext cx="0" cy="0"/>
          <a:chOff x="0" y="0"/>
          <a:chExt cx="0" cy="0"/>
        </a:xfrm>
      </p:grpSpPr>
      <p:graphicFrame>
        <p:nvGraphicFramePr>
          <p:cNvPr id="12" name="Object 11" hidden="1">
            <a:extLst>
              <a:ext uri="{FF2B5EF4-FFF2-40B4-BE49-F238E27FC236}">
                <a16:creationId xmlns:a16="http://schemas.microsoft.com/office/drawing/2014/main" id="{201397C5-37D8-43EF-BEB4-D593D1366C0F}"/>
              </a:ext>
            </a:extLst>
          </p:cNvPr>
          <p:cNvGraphicFramePr>
            <a:graphicFrameLocks noChangeAspect="1"/>
          </p:cNvGraphicFramePr>
          <p:nvPr userDrawn="1">
            <p:custDataLst>
              <p:tags r:id="rId1"/>
            </p:custDataLst>
            <p:extLst>
              <p:ext uri="{D42A27DB-BD31-4B8C-83A1-F6EECF244321}">
                <p14:modId xmlns:p14="http://schemas.microsoft.com/office/powerpoint/2010/main" val="924871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0" imgH="469" progId="TCLayout.ActiveDocument.1">
                  <p:embed/>
                </p:oleObj>
              </mc:Choice>
              <mc:Fallback>
                <p:oleObj name="think-cell Slide" r:id="rId3" imgW="470" imgH="469"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Pagenumber">
            <a:extLst>
              <a:ext uri="{FF2B5EF4-FFF2-40B4-BE49-F238E27FC236}">
                <a16:creationId xmlns:a16="http://schemas.microsoft.com/office/drawing/2014/main" id="{4F6E0ADB-8058-4652-8F48-21C8CF77EBA6}"/>
              </a:ext>
            </a:extLst>
          </p:cNvPr>
          <p:cNvSpPr>
            <a:spLocks noGrp="1"/>
          </p:cNvSpPr>
          <p:nvPr>
            <p:ph type="sldNum" sz="quarter" idx="12"/>
          </p:nvPr>
        </p:nvSpPr>
        <p:spPr/>
        <p:txBody>
          <a:bodyPr/>
          <a:lstStyle>
            <a:lvl1pPr rtl="0">
              <a:defRPr/>
            </a:lvl1pPr>
          </a:lstStyle>
          <a:p>
            <a:fld id="{0CE2C118-78B0-4948-9692-2E57815A59D4}" type="slidenum">
              <a:rPr lang="en-US" noProof="0" smtClean="0"/>
              <a:pPr/>
              <a:t>‹#›</a:t>
            </a:fld>
            <a:endParaRPr lang="en-US" noProof="0" dirty="0"/>
          </a:p>
        </p:txBody>
      </p:sp>
      <p:sp>
        <p:nvSpPr>
          <p:cNvPr id="6" name="Footer">
            <a:extLst>
              <a:ext uri="{FF2B5EF4-FFF2-40B4-BE49-F238E27FC236}">
                <a16:creationId xmlns:a16="http://schemas.microsoft.com/office/drawing/2014/main" id="{77B17D79-02A5-463C-A7F3-A92241A9CD16}"/>
              </a:ext>
            </a:extLst>
          </p:cNvPr>
          <p:cNvSpPr>
            <a:spLocks noGrp="1"/>
          </p:cNvSpPr>
          <p:nvPr>
            <p:ph type="ftr" sz="quarter" idx="11"/>
          </p:nvPr>
        </p:nvSpPr>
        <p:spPr/>
        <p:txBody>
          <a:bodyPr/>
          <a:lstStyle>
            <a:lvl1pPr rtl="0">
              <a:defRPr/>
            </a:lvl1pPr>
          </a:lstStyle>
          <a:p>
            <a:r>
              <a:rPr lang="en-US" noProof="0"/>
              <a:t>YeJun Kim / SM JP INT</a:t>
            </a:r>
          </a:p>
        </p:txBody>
      </p:sp>
      <p:sp>
        <p:nvSpPr>
          <p:cNvPr id="5" name="Date">
            <a:extLst>
              <a:ext uri="{FF2B5EF4-FFF2-40B4-BE49-F238E27FC236}">
                <a16:creationId xmlns:a16="http://schemas.microsoft.com/office/drawing/2014/main" id="{9FF4EC82-580C-4586-8F94-B52AC4B8F68F}"/>
              </a:ext>
            </a:extLst>
          </p:cNvPr>
          <p:cNvSpPr>
            <a:spLocks noGrp="1"/>
          </p:cNvSpPr>
          <p:nvPr>
            <p:ph type="dt" sz="half" idx="10"/>
          </p:nvPr>
        </p:nvSpPr>
        <p:spPr/>
        <p:txBody>
          <a:bodyPr/>
          <a:lstStyle>
            <a:lvl1pPr rtl="0">
              <a:defRPr/>
            </a:lvl1pPr>
          </a:lstStyle>
          <a:p>
            <a:r>
              <a:rPr lang="de-DE" noProof="0"/>
              <a:t>2026-07-01</a:t>
            </a:r>
            <a:endParaRPr lang="en-US" noProof="0" dirty="0"/>
          </a:p>
        </p:txBody>
      </p:sp>
      <p:sp>
        <p:nvSpPr>
          <p:cNvPr id="9" name="Content 2">
            <a:extLst>
              <a:ext uri="{FF2B5EF4-FFF2-40B4-BE49-F238E27FC236}">
                <a16:creationId xmlns:a16="http://schemas.microsoft.com/office/drawing/2014/main" id="{5483EC47-029B-4F18-9585-25B04011A7AB}"/>
              </a:ext>
            </a:extLst>
          </p:cNvPr>
          <p:cNvSpPr>
            <a:spLocks noGrp="1"/>
          </p:cNvSpPr>
          <p:nvPr>
            <p:ph sz="half" idx="15" hasCustomPrompt="1"/>
          </p:nvPr>
        </p:nvSpPr>
        <p:spPr>
          <a:xfrm>
            <a:off x="6240464" y="4496401"/>
            <a:ext cx="5588000" cy="1821850"/>
          </a:xfrm>
        </p:spPr>
        <p:txBody>
          <a:bodyPr/>
          <a:lstStyle>
            <a:lvl1pPr rtl="0">
              <a:defRPr/>
            </a:lvl1pPr>
            <a:lvl2pPr rtl="0">
              <a:defRPr/>
            </a:lvl2pPr>
            <a:lvl3pPr rtl="0">
              <a:defRPr/>
            </a:lvl3pPr>
            <a:lvl4pPr rtl="0">
              <a:defRPr/>
            </a:lvl4pPr>
            <a:lvl5pPr rtl="0">
              <a:defRPr/>
            </a:lvl5pPr>
          </a:lstStyle>
          <a:p>
            <a:pPr lvl="0"/>
            <a:r>
              <a:rPr lang="en-US" noProof="0" dirty="0" err="1"/>
              <a:t>Mastertextformat</a:t>
            </a:r>
            <a:r>
              <a:rPr lang="en-US" noProof="0" dirty="0"/>
              <a:t> </a:t>
            </a:r>
            <a:r>
              <a:rPr lang="en-US" noProof="0" dirty="0" err="1"/>
              <a:t>bearbeiten</a:t>
            </a:r>
            <a:endParaRPr lang="en-US" noProof="0" dirty="0"/>
          </a:p>
          <a:p>
            <a:pPr lvl="1"/>
            <a:r>
              <a:rPr lang="en-US" noProof="0" dirty="0" err="1"/>
              <a:t>Zweite</a:t>
            </a:r>
            <a:r>
              <a:rPr lang="en-US" noProof="0" dirty="0"/>
              <a:t> Ebene</a:t>
            </a:r>
          </a:p>
          <a:p>
            <a:pPr lvl="2"/>
            <a:r>
              <a:rPr lang="en-US" noProof="0" dirty="0" err="1"/>
              <a:t>Dritte</a:t>
            </a:r>
            <a:r>
              <a:rPr lang="en-US" noProof="0" dirty="0"/>
              <a:t> Ebene</a:t>
            </a:r>
          </a:p>
          <a:p>
            <a:pPr lvl="3"/>
            <a:r>
              <a:rPr lang="en-US" noProof="0" dirty="0" err="1"/>
              <a:t>Vierte</a:t>
            </a:r>
            <a:r>
              <a:rPr lang="en-US" noProof="0" dirty="0"/>
              <a:t> Ebene</a:t>
            </a:r>
          </a:p>
          <a:p>
            <a:pPr lvl="4"/>
            <a:r>
              <a:rPr lang="en-US" noProof="0" dirty="0" err="1"/>
              <a:t>Fünfte</a:t>
            </a:r>
            <a:r>
              <a:rPr lang="en-US" noProof="0" dirty="0"/>
              <a:t> Ebene</a:t>
            </a:r>
          </a:p>
        </p:txBody>
      </p:sp>
      <p:sp>
        <p:nvSpPr>
          <p:cNvPr id="11" name="Image 2">
            <a:extLst>
              <a:ext uri="{FF2B5EF4-FFF2-40B4-BE49-F238E27FC236}">
                <a16:creationId xmlns:a16="http://schemas.microsoft.com/office/drawing/2014/main" id="{1CA0DCDF-648B-4F8B-B922-75E22B34905D}"/>
              </a:ext>
            </a:extLst>
          </p:cNvPr>
          <p:cNvSpPr>
            <a:spLocks noGrp="1"/>
          </p:cNvSpPr>
          <p:nvPr>
            <p:ph type="pic" sz="quarter" idx="16" hasCustomPrompt="1"/>
          </p:nvPr>
        </p:nvSpPr>
        <p:spPr>
          <a:xfrm>
            <a:off x="6242400" y="1800000"/>
            <a:ext cx="2484000" cy="2484000"/>
          </a:xfrm>
          <a:prstGeom prst="ellipse">
            <a:avLst/>
          </a:prstGeom>
          <a:solidFill>
            <a:srgbClr val="ECECED"/>
          </a:solidFill>
        </p:spPr>
        <p:txBody>
          <a:bodyPr anchor="ctr"/>
          <a:lstStyle>
            <a:lvl1pPr marL="0" indent="0" algn="ctr" rtl="0">
              <a:buNone/>
              <a:defRPr>
                <a:solidFill>
                  <a:schemeClr val="bg1"/>
                </a:solidFill>
              </a:defRPr>
            </a:lvl1pPr>
          </a:lstStyle>
          <a:p>
            <a:r>
              <a:rPr lang="en-US" noProof="0" dirty="0"/>
              <a:t>Click to add image</a:t>
            </a:r>
          </a:p>
        </p:txBody>
      </p:sp>
      <p:sp>
        <p:nvSpPr>
          <p:cNvPr id="3" name="Content 1">
            <a:extLst>
              <a:ext uri="{FF2B5EF4-FFF2-40B4-BE49-F238E27FC236}">
                <a16:creationId xmlns:a16="http://schemas.microsoft.com/office/drawing/2014/main" id="{EAB99FF0-D2F6-49B1-8163-8F41F44BD37E}"/>
              </a:ext>
            </a:extLst>
          </p:cNvPr>
          <p:cNvSpPr>
            <a:spLocks noGrp="1"/>
          </p:cNvSpPr>
          <p:nvPr>
            <p:ph sz="half" idx="1" hasCustomPrompt="1"/>
          </p:nvPr>
        </p:nvSpPr>
        <p:spPr>
          <a:xfrm>
            <a:off x="360363" y="4496401"/>
            <a:ext cx="5588000" cy="1821850"/>
          </a:xfrm>
        </p:spPr>
        <p:txBody>
          <a:bodyPr/>
          <a:lstStyle>
            <a:lvl1pPr rtl="0">
              <a:defRPr/>
            </a:lvl1pPr>
            <a:lvl2pPr rtl="0">
              <a:defRPr/>
            </a:lvl2pPr>
            <a:lvl3pPr rtl="0">
              <a:defRPr/>
            </a:lvl3pPr>
            <a:lvl4pPr rtl="0">
              <a:defRPr/>
            </a:lvl4pPr>
            <a:lvl5pPr rtl="0">
              <a:defRPr/>
            </a:lvl5pPr>
          </a:lstStyle>
          <a:p>
            <a:pPr lvl="0"/>
            <a:r>
              <a:rPr lang="en-US" noProof="0" dirty="0" err="1"/>
              <a:t>Mastertextformat</a:t>
            </a:r>
            <a:r>
              <a:rPr lang="en-US" noProof="0" dirty="0"/>
              <a:t> </a:t>
            </a:r>
            <a:r>
              <a:rPr lang="en-US" noProof="0" dirty="0" err="1"/>
              <a:t>bearbeiten</a:t>
            </a:r>
            <a:endParaRPr lang="en-US" noProof="0" dirty="0"/>
          </a:p>
          <a:p>
            <a:pPr lvl="1"/>
            <a:r>
              <a:rPr lang="en-US" noProof="0" dirty="0" err="1"/>
              <a:t>Zweite</a:t>
            </a:r>
            <a:r>
              <a:rPr lang="en-US" noProof="0" dirty="0"/>
              <a:t> Ebene</a:t>
            </a:r>
          </a:p>
          <a:p>
            <a:pPr lvl="2"/>
            <a:r>
              <a:rPr lang="en-US" noProof="0" dirty="0" err="1"/>
              <a:t>Dritte</a:t>
            </a:r>
            <a:r>
              <a:rPr lang="en-US" noProof="0" dirty="0"/>
              <a:t> Ebene</a:t>
            </a:r>
          </a:p>
          <a:p>
            <a:pPr lvl="3"/>
            <a:r>
              <a:rPr lang="en-US" noProof="0" dirty="0" err="1"/>
              <a:t>Vierte</a:t>
            </a:r>
            <a:r>
              <a:rPr lang="en-US" noProof="0" dirty="0"/>
              <a:t> Ebene</a:t>
            </a:r>
          </a:p>
          <a:p>
            <a:pPr lvl="4"/>
            <a:r>
              <a:rPr lang="en-US" noProof="0" dirty="0" err="1"/>
              <a:t>Fünfte</a:t>
            </a:r>
            <a:r>
              <a:rPr lang="en-US" noProof="0" dirty="0"/>
              <a:t> Ebene</a:t>
            </a:r>
          </a:p>
        </p:txBody>
      </p:sp>
      <p:sp>
        <p:nvSpPr>
          <p:cNvPr id="10" name="Image 1">
            <a:extLst>
              <a:ext uri="{FF2B5EF4-FFF2-40B4-BE49-F238E27FC236}">
                <a16:creationId xmlns:a16="http://schemas.microsoft.com/office/drawing/2014/main" id="{172A9D52-A6B4-4186-A652-2BF58B83EA64}"/>
              </a:ext>
            </a:extLst>
          </p:cNvPr>
          <p:cNvSpPr>
            <a:spLocks noGrp="1"/>
          </p:cNvSpPr>
          <p:nvPr>
            <p:ph type="pic" sz="quarter" idx="14" hasCustomPrompt="1"/>
          </p:nvPr>
        </p:nvSpPr>
        <p:spPr>
          <a:xfrm>
            <a:off x="360000" y="1798638"/>
            <a:ext cx="2484000" cy="2484000"/>
          </a:xfrm>
          <a:prstGeom prst="ellipse">
            <a:avLst/>
          </a:prstGeom>
          <a:solidFill>
            <a:srgbClr val="ECECED"/>
          </a:solidFill>
        </p:spPr>
        <p:txBody>
          <a:bodyPr anchor="ctr"/>
          <a:lstStyle>
            <a:lvl1pPr marL="0" indent="0" algn="ctr" rtl="0">
              <a:buNone/>
              <a:defRPr>
                <a:solidFill>
                  <a:schemeClr val="bg1"/>
                </a:solidFill>
              </a:defRPr>
            </a:lvl1pPr>
          </a:lstStyle>
          <a:p>
            <a:r>
              <a:rPr lang="en-US" noProof="0" dirty="0"/>
              <a:t>Click to add image</a:t>
            </a:r>
          </a:p>
        </p:txBody>
      </p:sp>
      <p:sp>
        <p:nvSpPr>
          <p:cNvPr id="2" name="Title">
            <a:extLst>
              <a:ext uri="{FF2B5EF4-FFF2-40B4-BE49-F238E27FC236}">
                <a16:creationId xmlns:a16="http://schemas.microsoft.com/office/drawing/2014/main" id="{5F9BD10A-C2D6-4AAB-81E0-AE2109049063}"/>
              </a:ext>
            </a:extLst>
          </p:cNvPr>
          <p:cNvSpPr>
            <a:spLocks noGrp="1"/>
          </p:cNvSpPr>
          <p:nvPr>
            <p:ph type="title" hasCustomPrompt="1"/>
          </p:nvPr>
        </p:nvSpPr>
        <p:spPr>
          <a:xfrm>
            <a:off x="360000" y="900000"/>
            <a:ext cx="11473200" cy="720000"/>
          </a:xfrm>
        </p:spPr>
        <p:txBody>
          <a:bodyPr vert="horz"/>
          <a:lstStyle>
            <a:lvl1pPr rtl="0">
              <a:defRPr/>
            </a:lvl1pPr>
          </a:lstStyle>
          <a:p>
            <a:r>
              <a:rPr lang="en-US" dirty="0"/>
              <a:t>Headline of the Slide with a Maximum Length of Two Lines</a:t>
            </a:r>
            <a:endParaRPr lang="en-US" noProof="0" dirty="0"/>
          </a:p>
        </p:txBody>
      </p:sp>
      <p:sp>
        <p:nvSpPr>
          <p:cNvPr id="8" name="Chapter">
            <a:extLst>
              <a:ext uri="{FF2B5EF4-FFF2-40B4-BE49-F238E27FC236}">
                <a16:creationId xmlns:a16="http://schemas.microsoft.com/office/drawing/2014/main" id="{9F511298-DC0E-4550-AEAA-AAE6E08F28B8}"/>
              </a:ext>
            </a:extLst>
          </p:cNvPr>
          <p:cNvSpPr>
            <a:spLocks noGrp="1"/>
          </p:cNvSpPr>
          <p:nvPr>
            <p:ph type="body" sz="quarter" idx="13" hasCustomPrompt="1"/>
          </p:nvPr>
        </p:nvSpPr>
        <p:spPr>
          <a:xfrm>
            <a:off x="360000" y="360000"/>
            <a:ext cx="7549200" cy="258763"/>
          </a:xfrm>
        </p:spPr>
        <p:txBody>
          <a:bodyPr/>
          <a:lstStyle>
            <a:lvl1pPr marL="0" indent="0" rtl="0">
              <a:buNone/>
              <a:defRPr sz="1200">
                <a:solidFill>
                  <a:schemeClr val="accent1"/>
                </a:solidFill>
              </a:defRPr>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noProof="0" dirty="0"/>
              <a:t>Chapter Title (no headline)</a:t>
            </a:r>
          </a:p>
        </p:txBody>
      </p:sp>
    </p:spTree>
    <p:extLst>
      <p:ext uri="{BB962C8B-B14F-4D97-AF65-F5344CB8AC3E}">
        <p14:creationId xmlns:p14="http://schemas.microsoft.com/office/powerpoint/2010/main" val="328893780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ircular images - three items">
    <p:spTree>
      <p:nvGrpSpPr>
        <p:cNvPr id="1" name=""/>
        <p:cNvGrpSpPr/>
        <p:nvPr/>
      </p:nvGrpSpPr>
      <p:grpSpPr>
        <a:xfrm>
          <a:off x="0" y="0"/>
          <a:ext cx="0" cy="0"/>
          <a:chOff x="0" y="0"/>
          <a:chExt cx="0" cy="0"/>
        </a:xfrm>
      </p:grpSpPr>
      <p:graphicFrame>
        <p:nvGraphicFramePr>
          <p:cNvPr id="11" name="Object 10" hidden="1">
            <a:extLst>
              <a:ext uri="{FF2B5EF4-FFF2-40B4-BE49-F238E27FC236}">
                <a16:creationId xmlns:a16="http://schemas.microsoft.com/office/drawing/2014/main" id="{68062ABB-C36F-4105-A1ED-45ACC77E07E1}"/>
              </a:ext>
            </a:extLst>
          </p:cNvPr>
          <p:cNvGraphicFramePr>
            <a:graphicFrameLocks noChangeAspect="1"/>
          </p:cNvGraphicFramePr>
          <p:nvPr userDrawn="1">
            <p:custDataLst>
              <p:tags r:id="rId1"/>
            </p:custDataLst>
            <p:extLst>
              <p:ext uri="{D42A27DB-BD31-4B8C-83A1-F6EECF244321}">
                <p14:modId xmlns:p14="http://schemas.microsoft.com/office/powerpoint/2010/main" val="39102940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0" imgH="469" progId="TCLayout.ActiveDocument.1">
                  <p:embed/>
                </p:oleObj>
              </mc:Choice>
              <mc:Fallback>
                <p:oleObj name="think-cell Slide" r:id="rId3" imgW="470" imgH="469"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Pagenumber">
            <a:extLst>
              <a:ext uri="{FF2B5EF4-FFF2-40B4-BE49-F238E27FC236}">
                <a16:creationId xmlns:a16="http://schemas.microsoft.com/office/drawing/2014/main" id="{4F6E0ADB-8058-4652-8F48-21C8CF77EBA6}"/>
              </a:ext>
            </a:extLst>
          </p:cNvPr>
          <p:cNvSpPr>
            <a:spLocks noGrp="1"/>
          </p:cNvSpPr>
          <p:nvPr>
            <p:ph type="sldNum" sz="quarter" idx="12"/>
          </p:nvPr>
        </p:nvSpPr>
        <p:spPr/>
        <p:txBody>
          <a:bodyPr/>
          <a:lstStyle>
            <a:lvl1pPr rtl="0">
              <a:defRPr/>
            </a:lvl1pPr>
          </a:lstStyle>
          <a:p>
            <a:fld id="{0CE2C118-78B0-4948-9692-2E57815A59D4}" type="slidenum">
              <a:rPr lang="en-US" noProof="0" smtClean="0"/>
              <a:pPr/>
              <a:t>‹#›</a:t>
            </a:fld>
            <a:endParaRPr lang="en-US" noProof="0" dirty="0"/>
          </a:p>
        </p:txBody>
      </p:sp>
      <p:sp>
        <p:nvSpPr>
          <p:cNvPr id="6" name="Footer">
            <a:extLst>
              <a:ext uri="{FF2B5EF4-FFF2-40B4-BE49-F238E27FC236}">
                <a16:creationId xmlns:a16="http://schemas.microsoft.com/office/drawing/2014/main" id="{77B17D79-02A5-463C-A7F3-A92241A9CD16}"/>
              </a:ext>
            </a:extLst>
          </p:cNvPr>
          <p:cNvSpPr>
            <a:spLocks noGrp="1"/>
          </p:cNvSpPr>
          <p:nvPr>
            <p:ph type="ftr" sz="quarter" idx="11"/>
          </p:nvPr>
        </p:nvSpPr>
        <p:spPr/>
        <p:txBody>
          <a:bodyPr/>
          <a:lstStyle>
            <a:lvl1pPr rtl="0">
              <a:defRPr/>
            </a:lvl1pPr>
          </a:lstStyle>
          <a:p>
            <a:r>
              <a:rPr lang="en-US" noProof="0"/>
              <a:t>YeJun Kim / SM JP INT</a:t>
            </a:r>
          </a:p>
        </p:txBody>
      </p:sp>
      <p:sp>
        <p:nvSpPr>
          <p:cNvPr id="5" name="Date">
            <a:extLst>
              <a:ext uri="{FF2B5EF4-FFF2-40B4-BE49-F238E27FC236}">
                <a16:creationId xmlns:a16="http://schemas.microsoft.com/office/drawing/2014/main" id="{9FF4EC82-580C-4586-8F94-B52AC4B8F68F}"/>
              </a:ext>
            </a:extLst>
          </p:cNvPr>
          <p:cNvSpPr>
            <a:spLocks noGrp="1"/>
          </p:cNvSpPr>
          <p:nvPr>
            <p:ph type="dt" sz="half" idx="10"/>
          </p:nvPr>
        </p:nvSpPr>
        <p:spPr/>
        <p:txBody>
          <a:bodyPr/>
          <a:lstStyle>
            <a:lvl1pPr rtl="0">
              <a:defRPr/>
            </a:lvl1pPr>
          </a:lstStyle>
          <a:p>
            <a:r>
              <a:rPr lang="de-DE" noProof="0"/>
              <a:t>2026-07-01</a:t>
            </a:r>
            <a:endParaRPr lang="en-US" noProof="0" dirty="0"/>
          </a:p>
        </p:txBody>
      </p:sp>
      <p:sp>
        <p:nvSpPr>
          <p:cNvPr id="14" name="Content 3">
            <a:extLst>
              <a:ext uri="{FF2B5EF4-FFF2-40B4-BE49-F238E27FC236}">
                <a16:creationId xmlns:a16="http://schemas.microsoft.com/office/drawing/2014/main" id="{92701C04-D9E2-4924-BEFE-7D24B5D7127E}"/>
              </a:ext>
            </a:extLst>
          </p:cNvPr>
          <p:cNvSpPr>
            <a:spLocks noGrp="1"/>
          </p:cNvSpPr>
          <p:nvPr>
            <p:ph sz="half" idx="18" hasCustomPrompt="1"/>
          </p:nvPr>
        </p:nvSpPr>
        <p:spPr>
          <a:xfrm>
            <a:off x="8208000" y="4497379"/>
            <a:ext cx="3628950" cy="1820871"/>
          </a:xfrm>
        </p:spPr>
        <p:txBody>
          <a:bodyPr/>
          <a:lstStyle>
            <a:lvl1pPr rtl="0">
              <a:defRPr/>
            </a:lvl1pPr>
            <a:lvl2pPr rtl="0">
              <a:defRPr/>
            </a:lvl2pPr>
            <a:lvl3pPr rtl="0">
              <a:defRPr/>
            </a:lvl3pPr>
            <a:lvl4pPr rtl="0">
              <a:defRPr/>
            </a:lvl4pPr>
            <a:lvl5pPr rtl="0">
              <a:defRPr/>
            </a:lvl5pPr>
          </a:lstStyle>
          <a:p>
            <a:pPr lvl="0"/>
            <a:r>
              <a:rPr lang="en-US" noProof="0" dirty="0" err="1"/>
              <a:t>Mastertextformat</a:t>
            </a:r>
            <a:r>
              <a:rPr lang="en-US" noProof="0" dirty="0"/>
              <a:t> </a:t>
            </a:r>
            <a:r>
              <a:rPr lang="en-US" noProof="0" dirty="0" err="1"/>
              <a:t>bearbeiten</a:t>
            </a:r>
            <a:endParaRPr lang="en-US" noProof="0" dirty="0"/>
          </a:p>
          <a:p>
            <a:pPr lvl="1"/>
            <a:r>
              <a:rPr lang="en-US" noProof="0" dirty="0" err="1"/>
              <a:t>Zweite</a:t>
            </a:r>
            <a:r>
              <a:rPr lang="en-US" noProof="0" dirty="0"/>
              <a:t> Ebene</a:t>
            </a:r>
          </a:p>
          <a:p>
            <a:pPr lvl="2"/>
            <a:r>
              <a:rPr lang="en-US" noProof="0" dirty="0" err="1"/>
              <a:t>Dritte</a:t>
            </a:r>
            <a:r>
              <a:rPr lang="en-US" noProof="0" dirty="0"/>
              <a:t> Ebene</a:t>
            </a:r>
          </a:p>
          <a:p>
            <a:pPr lvl="3"/>
            <a:r>
              <a:rPr lang="en-US" noProof="0" dirty="0" err="1"/>
              <a:t>Vierte</a:t>
            </a:r>
            <a:r>
              <a:rPr lang="en-US" noProof="0" dirty="0"/>
              <a:t> Ebene</a:t>
            </a:r>
          </a:p>
          <a:p>
            <a:pPr lvl="4"/>
            <a:r>
              <a:rPr lang="en-US" noProof="0" dirty="0" err="1"/>
              <a:t>Fünfte</a:t>
            </a:r>
            <a:r>
              <a:rPr lang="en-US" noProof="0" dirty="0"/>
              <a:t> Ebene</a:t>
            </a:r>
          </a:p>
        </p:txBody>
      </p:sp>
      <p:sp>
        <p:nvSpPr>
          <p:cNvPr id="13" name="Image 3">
            <a:extLst>
              <a:ext uri="{FF2B5EF4-FFF2-40B4-BE49-F238E27FC236}">
                <a16:creationId xmlns:a16="http://schemas.microsoft.com/office/drawing/2014/main" id="{38787AFA-7ECF-4CEB-B815-09E93B9913D8}"/>
              </a:ext>
            </a:extLst>
          </p:cNvPr>
          <p:cNvSpPr>
            <a:spLocks noGrp="1"/>
          </p:cNvSpPr>
          <p:nvPr>
            <p:ph type="pic" sz="quarter" idx="17" hasCustomPrompt="1"/>
          </p:nvPr>
        </p:nvSpPr>
        <p:spPr>
          <a:xfrm>
            <a:off x="8208000" y="1800000"/>
            <a:ext cx="2484000" cy="2484000"/>
          </a:xfrm>
          <a:prstGeom prst="ellipse">
            <a:avLst/>
          </a:prstGeom>
          <a:solidFill>
            <a:srgbClr val="ECECED"/>
          </a:solidFill>
        </p:spPr>
        <p:txBody>
          <a:bodyPr anchor="ctr"/>
          <a:lstStyle>
            <a:lvl1pPr marL="0" indent="0" algn="ctr" rtl="0">
              <a:buNone/>
              <a:defRPr>
                <a:solidFill>
                  <a:schemeClr val="bg1"/>
                </a:solidFill>
              </a:defRPr>
            </a:lvl1pPr>
          </a:lstStyle>
          <a:p>
            <a:r>
              <a:rPr lang="en-US" noProof="0" dirty="0"/>
              <a:t>Click to add image</a:t>
            </a:r>
          </a:p>
        </p:txBody>
      </p:sp>
      <p:sp>
        <p:nvSpPr>
          <p:cNvPr id="9" name="Content 2">
            <a:extLst>
              <a:ext uri="{FF2B5EF4-FFF2-40B4-BE49-F238E27FC236}">
                <a16:creationId xmlns:a16="http://schemas.microsoft.com/office/drawing/2014/main" id="{5483EC47-029B-4F18-9585-25B04011A7AB}"/>
              </a:ext>
            </a:extLst>
          </p:cNvPr>
          <p:cNvSpPr>
            <a:spLocks noGrp="1"/>
          </p:cNvSpPr>
          <p:nvPr>
            <p:ph sz="half" idx="15" hasCustomPrompt="1"/>
          </p:nvPr>
        </p:nvSpPr>
        <p:spPr>
          <a:xfrm>
            <a:off x="4284738" y="4497379"/>
            <a:ext cx="3628950" cy="1820871"/>
          </a:xfrm>
        </p:spPr>
        <p:txBody>
          <a:bodyPr/>
          <a:lstStyle>
            <a:lvl1pPr rtl="0">
              <a:defRPr/>
            </a:lvl1pPr>
            <a:lvl2pPr rtl="0">
              <a:defRPr/>
            </a:lvl2pPr>
            <a:lvl3pPr rtl="0">
              <a:defRPr/>
            </a:lvl3pPr>
            <a:lvl4pPr rtl="0">
              <a:defRPr/>
            </a:lvl4pPr>
            <a:lvl5pPr rtl="0">
              <a:defRPr/>
            </a:lvl5pPr>
          </a:lstStyle>
          <a:p>
            <a:pPr lvl="0"/>
            <a:r>
              <a:rPr lang="en-US" noProof="0" dirty="0" err="1"/>
              <a:t>Mastertextformat</a:t>
            </a:r>
            <a:r>
              <a:rPr lang="en-US" noProof="0" dirty="0"/>
              <a:t> </a:t>
            </a:r>
            <a:r>
              <a:rPr lang="en-US" noProof="0" dirty="0" err="1"/>
              <a:t>bearbeiten</a:t>
            </a:r>
            <a:endParaRPr lang="en-US" noProof="0" dirty="0"/>
          </a:p>
          <a:p>
            <a:pPr lvl="1"/>
            <a:r>
              <a:rPr lang="en-US" noProof="0" dirty="0" err="1"/>
              <a:t>Zweite</a:t>
            </a:r>
            <a:r>
              <a:rPr lang="en-US" noProof="0" dirty="0"/>
              <a:t> Ebene</a:t>
            </a:r>
          </a:p>
          <a:p>
            <a:pPr lvl="2"/>
            <a:r>
              <a:rPr lang="en-US" noProof="0" dirty="0" err="1"/>
              <a:t>Dritte</a:t>
            </a:r>
            <a:r>
              <a:rPr lang="en-US" noProof="0" dirty="0"/>
              <a:t> Ebene</a:t>
            </a:r>
          </a:p>
          <a:p>
            <a:pPr lvl="3"/>
            <a:r>
              <a:rPr lang="en-US" noProof="0" dirty="0" err="1"/>
              <a:t>Vierte</a:t>
            </a:r>
            <a:r>
              <a:rPr lang="en-US" noProof="0" dirty="0"/>
              <a:t> Ebene</a:t>
            </a:r>
          </a:p>
          <a:p>
            <a:pPr lvl="4"/>
            <a:r>
              <a:rPr lang="en-US" noProof="0" dirty="0" err="1"/>
              <a:t>Fünfte</a:t>
            </a:r>
            <a:r>
              <a:rPr lang="en-US" noProof="0" dirty="0"/>
              <a:t> Ebene</a:t>
            </a:r>
          </a:p>
        </p:txBody>
      </p:sp>
      <p:sp>
        <p:nvSpPr>
          <p:cNvPr id="12" name="Image 2">
            <a:extLst>
              <a:ext uri="{FF2B5EF4-FFF2-40B4-BE49-F238E27FC236}">
                <a16:creationId xmlns:a16="http://schemas.microsoft.com/office/drawing/2014/main" id="{815D9714-8F81-42EC-BAA0-4D1390D9C253}"/>
              </a:ext>
            </a:extLst>
          </p:cNvPr>
          <p:cNvSpPr>
            <a:spLocks noGrp="1"/>
          </p:cNvSpPr>
          <p:nvPr>
            <p:ph type="pic" sz="quarter" idx="16" hasCustomPrompt="1"/>
          </p:nvPr>
        </p:nvSpPr>
        <p:spPr>
          <a:xfrm>
            <a:off x="4284738" y="1800000"/>
            <a:ext cx="2484000" cy="2484000"/>
          </a:xfrm>
          <a:prstGeom prst="ellipse">
            <a:avLst/>
          </a:prstGeom>
          <a:solidFill>
            <a:srgbClr val="ECECED"/>
          </a:solidFill>
        </p:spPr>
        <p:txBody>
          <a:bodyPr anchor="ctr"/>
          <a:lstStyle>
            <a:lvl1pPr marL="0" indent="0" algn="ctr" rtl="0">
              <a:buNone/>
              <a:defRPr>
                <a:solidFill>
                  <a:schemeClr val="bg1"/>
                </a:solidFill>
              </a:defRPr>
            </a:lvl1pPr>
          </a:lstStyle>
          <a:p>
            <a:r>
              <a:rPr lang="en-US" noProof="0" dirty="0"/>
              <a:t>Click to add image</a:t>
            </a:r>
          </a:p>
        </p:txBody>
      </p:sp>
      <p:sp>
        <p:nvSpPr>
          <p:cNvPr id="3" name="Content 1">
            <a:extLst>
              <a:ext uri="{FF2B5EF4-FFF2-40B4-BE49-F238E27FC236}">
                <a16:creationId xmlns:a16="http://schemas.microsoft.com/office/drawing/2014/main" id="{EAB99FF0-D2F6-49B1-8163-8F41F44BD37E}"/>
              </a:ext>
            </a:extLst>
          </p:cNvPr>
          <p:cNvSpPr>
            <a:spLocks noGrp="1"/>
          </p:cNvSpPr>
          <p:nvPr>
            <p:ph sz="half" idx="1" hasCustomPrompt="1"/>
          </p:nvPr>
        </p:nvSpPr>
        <p:spPr>
          <a:xfrm>
            <a:off x="360363" y="4495798"/>
            <a:ext cx="3630612" cy="1825959"/>
          </a:xfrm>
        </p:spPr>
        <p:txBody>
          <a:bodyPr/>
          <a:lstStyle>
            <a:lvl1pPr rtl="0">
              <a:defRPr/>
            </a:lvl1pPr>
            <a:lvl2pPr rtl="0">
              <a:defRPr/>
            </a:lvl2pPr>
            <a:lvl3pPr rtl="0">
              <a:defRPr/>
            </a:lvl3pPr>
            <a:lvl4pPr rtl="0">
              <a:defRPr/>
            </a:lvl4pPr>
            <a:lvl5pPr rtl="0">
              <a:defRPr/>
            </a:lvl5pPr>
          </a:lstStyle>
          <a:p>
            <a:pPr lvl="0"/>
            <a:r>
              <a:rPr lang="en-US" noProof="0" dirty="0" err="1"/>
              <a:t>Mastertextformat</a:t>
            </a:r>
            <a:r>
              <a:rPr lang="en-US" noProof="0" dirty="0"/>
              <a:t> </a:t>
            </a:r>
            <a:r>
              <a:rPr lang="en-US" noProof="0" dirty="0" err="1"/>
              <a:t>bearbeiten</a:t>
            </a:r>
            <a:endParaRPr lang="en-US" noProof="0" dirty="0"/>
          </a:p>
          <a:p>
            <a:pPr lvl="1"/>
            <a:r>
              <a:rPr lang="en-US" noProof="0" dirty="0" err="1"/>
              <a:t>Zweite</a:t>
            </a:r>
            <a:r>
              <a:rPr lang="en-US" noProof="0" dirty="0"/>
              <a:t> Ebene</a:t>
            </a:r>
          </a:p>
          <a:p>
            <a:pPr lvl="2"/>
            <a:r>
              <a:rPr lang="en-US" noProof="0" dirty="0" err="1"/>
              <a:t>Dritte</a:t>
            </a:r>
            <a:r>
              <a:rPr lang="en-US" noProof="0" dirty="0"/>
              <a:t> Ebene</a:t>
            </a:r>
          </a:p>
          <a:p>
            <a:pPr lvl="3"/>
            <a:r>
              <a:rPr lang="en-US" noProof="0" dirty="0" err="1"/>
              <a:t>Vierte</a:t>
            </a:r>
            <a:r>
              <a:rPr lang="en-US" noProof="0" dirty="0"/>
              <a:t> Ebene</a:t>
            </a:r>
          </a:p>
          <a:p>
            <a:pPr lvl="4"/>
            <a:r>
              <a:rPr lang="en-US" noProof="0" dirty="0" err="1"/>
              <a:t>Fünfte</a:t>
            </a:r>
            <a:r>
              <a:rPr lang="en-US" noProof="0" dirty="0"/>
              <a:t> Ebene</a:t>
            </a:r>
          </a:p>
        </p:txBody>
      </p:sp>
      <p:sp>
        <p:nvSpPr>
          <p:cNvPr id="10" name="Image 1">
            <a:extLst>
              <a:ext uri="{FF2B5EF4-FFF2-40B4-BE49-F238E27FC236}">
                <a16:creationId xmlns:a16="http://schemas.microsoft.com/office/drawing/2014/main" id="{172A9D52-A6B4-4186-A652-2BF58B83EA64}"/>
              </a:ext>
            </a:extLst>
          </p:cNvPr>
          <p:cNvSpPr>
            <a:spLocks noGrp="1"/>
          </p:cNvSpPr>
          <p:nvPr>
            <p:ph type="pic" sz="quarter" idx="14" hasCustomPrompt="1"/>
          </p:nvPr>
        </p:nvSpPr>
        <p:spPr>
          <a:xfrm>
            <a:off x="360000" y="1800000"/>
            <a:ext cx="2484000" cy="2484000"/>
          </a:xfrm>
          <a:prstGeom prst="ellipse">
            <a:avLst/>
          </a:prstGeom>
          <a:solidFill>
            <a:srgbClr val="ECECED"/>
          </a:solidFill>
        </p:spPr>
        <p:txBody>
          <a:bodyPr anchor="ctr"/>
          <a:lstStyle>
            <a:lvl1pPr marL="0" indent="0" algn="ctr" rtl="0">
              <a:buNone/>
              <a:defRPr>
                <a:solidFill>
                  <a:schemeClr val="bg1"/>
                </a:solidFill>
              </a:defRPr>
            </a:lvl1pPr>
          </a:lstStyle>
          <a:p>
            <a:r>
              <a:rPr lang="en-US" noProof="0" dirty="0"/>
              <a:t>Click to add image</a:t>
            </a:r>
          </a:p>
        </p:txBody>
      </p:sp>
      <p:sp>
        <p:nvSpPr>
          <p:cNvPr id="2" name="Titel 1">
            <a:extLst>
              <a:ext uri="{FF2B5EF4-FFF2-40B4-BE49-F238E27FC236}">
                <a16:creationId xmlns:a16="http://schemas.microsoft.com/office/drawing/2014/main" id="{5F9BD10A-C2D6-4AAB-81E0-AE2109049063}"/>
              </a:ext>
            </a:extLst>
          </p:cNvPr>
          <p:cNvSpPr>
            <a:spLocks noGrp="1"/>
          </p:cNvSpPr>
          <p:nvPr>
            <p:ph type="title" hasCustomPrompt="1"/>
          </p:nvPr>
        </p:nvSpPr>
        <p:spPr>
          <a:xfrm>
            <a:off x="360000" y="900000"/>
            <a:ext cx="11473200" cy="720000"/>
          </a:xfrm>
        </p:spPr>
        <p:txBody>
          <a:bodyPr vert="horz"/>
          <a:lstStyle>
            <a:lvl1pPr rtl="0">
              <a:defRPr/>
            </a:lvl1pPr>
          </a:lstStyle>
          <a:p>
            <a:r>
              <a:rPr lang="en-US" dirty="0"/>
              <a:t>Headline of the Slide with a Maximum Length of Two Lines</a:t>
            </a:r>
            <a:endParaRPr lang="en-US" noProof="0" dirty="0"/>
          </a:p>
        </p:txBody>
      </p:sp>
      <p:sp>
        <p:nvSpPr>
          <p:cNvPr id="8" name="Chapter">
            <a:extLst>
              <a:ext uri="{FF2B5EF4-FFF2-40B4-BE49-F238E27FC236}">
                <a16:creationId xmlns:a16="http://schemas.microsoft.com/office/drawing/2014/main" id="{9F511298-DC0E-4550-AEAA-AAE6E08F28B8}"/>
              </a:ext>
            </a:extLst>
          </p:cNvPr>
          <p:cNvSpPr>
            <a:spLocks noGrp="1"/>
          </p:cNvSpPr>
          <p:nvPr>
            <p:ph type="body" sz="quarter" idx="13" hasCustomPrompt="1"/>
          </p:nvPr>
        </p:nvSpPr>
        <p:spPr>
          <a:xfrm>
            <a:off x="360000" y="360000"/>
            <a:ext cx="7549200" cy="258763"/>
          </a:xfrm>
        </p:spPr>
        <p:txBody>
          <a:bodyPr/>
          <a:lstStyle>
            <a:lvl1pPr marL="0" indent="0" rtl="0">
              <a:buNone/>
              <a:defRPr sz="1200">
                <a:solidFill>
                  <a:schemeClr val="accent1"/>
                </a:solidFill>
              </a:defRPr>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noProof="0" dirty="0"/>
              <a:t>Chapter Title (no headline)</a:t>
            </a:r>
          </a:p>
        </p:txBody>
      </p:sp>
    </p:spTree>
    <p:extLst>
      <p:ext uri="{BB962C8B-B14F-4D97-AF65-F5344CB8AC3E}">
        <p14:creationId xmlns:p14="http://schemas.microsoft.com/office/powerpoint/2010/main" val="240079823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ircular images - four items">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FAC350CB-76E8-4F45-9636-BB7C09109E4A}"/>
              </a:ext>
            </a:extLst>
          </p:cNvPr>
          <p:cNvGraphicFramePr>
            <a:graphicFrameLocks noChangeAspect="1"/>
          </p:cNvGraphicFramePr>
          <p:nvPr userDrawn="1">
            <p:custDataLst>
              <p:tags r:id="rId1"/>
            </p:custDataLst>
            <p:extLst>
              <p:ext uri="{D42A27DB-BD31-4B8C-83A1-F6EECF244321}">
                <p14:modId xmlns:p14="http://schemas.microsoft.com/office/powerpoint/2010/main" val="224808281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0" imgH="469" progId="TCLayout.ActiveDocument.1">
                  <p:embed/>
                </p:oleObj>
              </mc:Choice>
              <mc:Fallback>
                <p:oleObj name="think-cell Slide" r:id="rId3" imgW="470" imgH="469"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Pagenumber">
            <a:extLst>
              <a:ext uri="{FF2B5EF4-FFF2-40B4-BE49-F238E27FC236}">
                <a16:creationId xmlns:a16="http://schemas.microsoft.com/office/drawing/2014/main" id="{4F6E0ADB-8058-4652-8F48-21C8CF77EBA6}"/>
              </a:ext>
            </a:extLst>
          </p:cNvPr>
          <p:cNvSpPr>
            <a:spLocks noGrp="1"/>
          </p:cNvSpPr>
          <p:nvPr>
            <p:ph type="sldNum" sz="quarter" idx="12"/>
          </p:nvPr>
        </p:nvSpPr>
        <p:spPr/>
        <p:txBody>
          <a:bodyPr/>
          <a:lstStyle>
            <a:lvl1pPr rtl="0">
              <a:defRPr/>
            </a:lvl1pPr>
          </a:lstStyle>
          <a:p>
            <a:fld id="{0CE2C118-78B0-4948-9692-2E57815A59D4}" type="slidenum">
              <a:rPr lang="en-US" noProof="0" smtClean="0"/>
              <a:pPr/>
              <a:t>‹#›</a:t>
            </a:fld>
            <a:endParaRPr lang="en-US" noProof="0" dirty="0"/>
          </a:p>
        </p:txBody>
      </p:sp>
      <p:sp>
        <p:nvSpPr>
          <p:cNvPr id="6" name="Footer">
            <a:extLst>
              <a:ext uri="{FF2B5EF4-FFF2-40B4-BE49-F238E27FC236}">
                <a16:creationId xmlns:a16="http://schemas.microsoft.com/office/drawing/2014/main" id="{77B17D79-02A5-463C-A7F3-A92241A9CD16}"/>
              </a:ext>
            </a:extLst>
          </p:cNvPr>
          <p:cNvSpPr>
            <a:spLocks noGrp="1"/>
          </p:cNvSpPr>
          <p:nvPr>
            <p:ph type="ftr" sz="quarter" idx="11"/>
          </p:nvPr>
        </p:nvSpPr>
        <p:spPr/>
        <p:txBody>
          <a:bodyPr/>
          <a:lstStyle>
            <a:lvl1pPr rtl="0">
              <a:defRPr/>
            </a:lvl1pPr>
          </a:lstStyle>
          <a:p>
            <a:r>
              <a:rPr lang="en-US" noProof="0"/>
              <a:t>YeJun Kim / SM JP INT</a:t>
            </a:r>
          </a:p>
        </p:txBody>
      </p:sp>
      <p:sp>
        <p:nvSpPr>
          <p:cNvPr id="5" name="Date">
            <a:extLst>
              <a:ext uri="{FF2B5EF4-FFF2-40B4-BE49-F238E27FC236}">
                <a16:creationId xmlns:a16="http://schemas.microsoft.com/office/drawing/2014/main" id="{9FF4EC82-580C-4586-8F94-B52AC4B8F68F}"/>
              </a:ext>
            </a:extLst>
          </p:cNvPr>
          <p:cNvSpPr>
            <a:spLocks noGrp="1"/>
          </p:cNvSpPr>
          <p:nvPr>
            <p:ph type="dt" sz="half" idx="10"/>
          </p:nvPr>
        </p:nvSpPr>
        <p:spPr/>
        <p:txBody>
          <a:bodyPr/>
          <a:lstStyle>
            <a:lvl1pPr rtl="0">
              <a:defRPr/>
            </a:lvl1pPr>
          </a:lstStyle>
          <a:p>
            <a:r>
              <a:rPr lang="de-DE" noProof="0"/>
              <a:t>2026-07-01</a:t>
            </a:r>
            <a:endParaRPr lang="en-US" noProof="0" dirty="0"/>
          </a:p>
        </p:txBody>
      </p:sp>
      <p:sp>
        <p:nvSpPr>
          <p:cNvPr id="19" name="Content 4">
            <a:extLst>
              <a:ext uri="{FF2B5EF4-FFF2-40B4-BE49-F238E27FC236}">
                <a16:creationId xmlns:a16="http://schemas.microsoft.com/office/drawing/2014/main" id="{CFEC3B42-94CE-40AA-A897-A5B8B266D24F}"/>
              </a:ext>
            </a:extLst>
          </p:cNvPr>
          <p:cNvSpPr>
            <a:spLocks noGrp="1"/>
          </p:cNvSpPr>
          <p:nvPr>
            <p:ph sz="half" idx="19" hasCustomPrompt="1"/>
          </p:nvPr>
        </p:nvSpPr>
        <p:spPr>
          <a:xfrm>
            <a:off x="8208000" y="4186312"/>
            <a:ext cx="3629025" cy="2138243"/>
          </a:xfrm>
        </p:spPr>
        <p:txBody>
          <a:bodyPr/>
          <a:lstStyle>
            <a:lvl1pPr rtl="0">
              <a:defRPr/>
            </a:lvl1pPr>
            <a:lvl2pPr rtl="0">
              <a:defRPr/>
            </a:lvl2pPr>
            <a:lvl3pPr rtl="0">
              <a:defRPr/>
            </a:lvl3pPr>
            <a:lvl4pPr rtl="0">
              <a:defRPr/>
            </a:lvl4pPr>
            <a:lvl5pPr rtl="0">
              <a:defRPr/>
            </a:lvl5pPr>
          </a:lstStyle>
          <a:p>
            <a:pPr lvl="0"/>
            <a:r>
              <a:rPr lang="en-US" noProof="0" dirty="0" err="1"/>
              <a:t>Mastertextformat</a:t>
            </a:r>
            <a:r>
              <a:rPr lang="en-US" noProof="0" dirty="0"/>
              <a:t> </a:t>
            </a:r>
            <a:r>
              <a:rPr lang="en-US" noProof="0" dirty="0" err="1"/>
              <a:t>bearbeiten</a:t>
            </a:r>
            <a:endParaRPr lang="en-US" noProof="0" dirty="0"/>
          </a:p>
          <a:p>
            <a:pPr lvl="1"/>
            <a:r>
              <a:rPr lang="en-US" noProof="0" dirty="0" err="1"/>
              <a:t>Zweite</a:t>
            </a:r>
            <a:r>
              <a:rPr lang="en-US" noProof="0" dirty="0"/>
              <a:t> Ebene</a:t>
            </a:r>
          </a:p>
          <a:p>
            <a:pPr lvl="2"/>
            <a:r>
              <a:rPr lang="en-US" noProof="0" dirty="0" err="1"/>
              <a:t>Dritte</a:t>
            </a:r>
            <a:r>
              <a:rPr lang="en-US" noProof="0" dirty="0"/>
              <a:t> Ebene</a:t>
            </a:r>
          </a:p>
          <a:p>
            <a:pPr lvl="3"/>
            <a:r>
              <a:rPr lang="en-US" noProof="0" dirty="0" err="1"/>
              <a:t>Vierte</a:t>
            </a:r>
            <a:r>
              <a:rPr lang="en-US" noProof="0" dirty="0"/>
              <a:t> Ebene</a:t>
            </a:r>
          </a:p>
          <a:p>
            <a:pPr lvl="4"/>
            <a:r>
              <a:rPr lang="en-US" noProof="0" dirty="0" err="1"/>
              <a:t>Fünfte</a:t>
            </a:r>
            <a:r>
              <a:rPr lang="en-US" noProof="0" dirty="0"/>
              <a:t> Ebene</a:t>
            </a:r>
          </a:p>
        </p:txBody>
      </p:sp>
      <p:sp>
        <p:nvSpPr>
          <p:cNvPr id="20" name="Image 4">
            <a:extLst>
              <a:ext uri="{FF2B5EF4-FFF2-40B4-BE49-F238E27FC236}">
                <a16:creationId xmlns:a16="http://schemas.microsoft.com/office/drawing/2014/main" id="{CB535DF7-AC2D-4F76-892E-96563CD68324}"/>
              </a:ext>
            </a:extLst>
          </p:cNvPr>
          <p:cNvSpPr>
            <a:spLocks noGrp="1"/>
          </p:cNvSpPr>
          <p:nvPr>
            <p:ph type="pic" sz="quarter" idx="20" hasCustomPrompt="1"/>
          </p:nvPr>
        </p:nvSpPr>
        <p:spPr>
          <a:xfrm>
            <a:off x="6240555" y="4178395"/>
            <a:ext cx="1728000" cy="1728000"/>
          </a:xfrm>
          <a:prstGeom prst="ellipse">
            <a:avLst/>
          </a:prstGeom>
          <a:solidFill>
            <a:srgbClr val="ECECED"/>
          </a:solidFill>
        </p:spPr>
        <p:txBody>
          <a:bodyPr anchor="ctr"/>
          <a:lstStyle>
            <a:lvl1pPr marL="0" indent="0" algn="ctr" rtl="0">
              <a:buNone/>
              <a:defRPr>
                <a:solidFill>
                  <a:schemeClr val="bg1"/>
                </a:solidFill>
              </a:defRPr>
            </a:lvl1pPr>
          </a:lstStyle>
          <a:p>
            <a:r>
              <a:rPr lang="en-US" noProof="0" dirty="0"/>
              <a:t>Click to add image</a:t>
            </a:r>
          </a:p>
        </p:txBody>
      </p:sp>
      <p:sp>
        <p:nvSpPr>
          <p:cNvPr id="17" name="Content 3">
            <a:extLst>
              <a:ext uri="{FF2B5EF4-FFF2-40B4-BE49-F238E27FC236}">
                <a16:creationId xmlns:a16="http://schemas.microsoft.com/office/drawing/2014/main" id="{17389400-320B-4045-AB34-FF6FF040621C}"/>
              </a:ext>
            </a:extLst>
          </p:cNvPr>
          <p:cNvSpPr>
            <a:spLocks noGrp="1"/>
          </p:cNvSpPr>
          <p:nvPr>
            <p:ph sz="half" idx="17" hasCustomPrompt="1"/>
          </p:nvPr>
        </p:nvSpPr>
        <p:spPr>
          <a:xfrm>
            <a:off x="8208000" y="1802395"/>
            <a:ext cx="3629025" cy="2138243"/>
          </a:xfrm>
        </p:spPr>
        <p:txBody>
          <a:bodyPr/>
          <a:lstStyle>
            <a:lvl1pPr rtl="0">
              <a:defRPr/>
            </a:lvl1pPr>
            <a:lvl2pPr rtl="0">
              <a:defRPr/>
            </a:lvl2pPr>
            <a:lvl3pPr rtl="0">
              <a:defRPr/>
            </a:lvl3pPr>
            <a:lvl4pPr rtl="0">
              <a:defRPr/>
            </a:lvl4pPr>
            <a:lvl5pPr rtl="0">
              <a:defRPr/>
            </a:lvl5pPr>
          </a:lstStyle>
          <a:p>
            <a:pPr lvl="0"/>
            <a:r>
              <a:rPr lang="en-US" noProof="0" dirty="0" err="1"/>
              <a:t>Mastertextformat</a:t>
            </a:r>
            <a:r>
              <a:rPr lang="en-US" noProof="0" dirty="0"/>
              <a:t> </a:t>
            </a:r>
            <a:r>
              <a:rPr lang="en-US" noProof="0" dirty="0" err="1"/>
              <a:t>bearbeiten</a:t>
            </a:r>
            <a:endParaRPr lang="en-US" noProof="0" dirty="0"/>
          </a:p>
          <a:p>
            <a:pPr lvl="1"/>
            <a:r>
              <a:rPr lang="en-US" noProof="0" dirty="0" err="1"/>
              <a:t>Zweite</a:t>
            </a:r>
            <a:r>
              <a:rPr lang="en-US" noProof="0" dirty="0"/>
              <a:t> Ebene</a:t>
            </a:r>
          </a:p>
          <a:p>
            <a:pPr lvl="2"/>
            <a:r>
              <a:rPr lang="en-US" noProof="0" dirty="0" err="1"/>
              <a:t>Dritte</a:t>
            </a:r>
            <a:r>
              <a:rPr lang="en-US" noProof="0" dirty="0"/>
              <a:t> Ebene</a:t>
            </a:r>
          </a:p>
          <a:p>
            <a:pPr lvl="3"/>
            <a:r>
              <a:rPr lang="en-US" noProof="0" dirty="0" err="1"/>
              <a:t>Vierte</a:t>
            </a:r>
            <a:r>
              <a:rPr lang="en-US" noProof="0" dirty="0"/>
              <a:t> Ebene</a:t>
            </a:r>
          </a:p>
          <a:p>
            <a:pPr lvl="4"/>
            <a:r>
              <a:rPr lang="en-US" noProof="0" dirty="0" err="1"/>
              <a:t>Fünfte</a:t>
            </a:r>
            <a:r>
              <a:rPr lang="en-US" noProof="0" dirty="0"/>
              <a:t> Ebene</a:t>
            </a:r>
          </a:p>
        </p:txBody>
      </p:sp>
      <p:sp>
        <p:nvSpPr>
          <p:cNvPr id="18" name="Image 3">
            <a:extLst>
              <a:ext uri="{FF2B5EF4-FFF2-40B4-BE49-F238E27FC236}">
                <a16:creationId xmlns:a16="http://schemas.microsoft.com/office/drawing/2014/main" id="{5AEE770E-5FF6-4C41-9599-A0453BA1AFA0}"/>
              </a:ext>
            </a:extLst>
          </p:cNvPr>
          <p:cNvSpPr>
            <a:spLocks noGrp="1"/>
          </p:cNvSpPr>
          <p:nvPr>
            <p:ph type="pic" sz="quarter" idx="18" hasCustomPrompt="1"/>
          </p:nvPr>
        </p:nvSpPr>
        <p:spPr>
          <a:xfrm>
            <a:off x="6242400" y="1798638"/>
            <a:ext cx="1728000" cy="1728000"/>
          </a:xfrm>
          <a:prstGeom prst="ellipse">
            <a:avLst/>
          </a:prstGeom>
          <a:solidFill>
            <a:srgbClr val="ECECED"/>
          </a:solidFill>
        </p:spPr>
        <p:txBody>
          <a:bodyPr anchor="ctr"/>
          <a:lstStyle>
            <a:lvl1pPr marL="0" indent="0" algn="ctr" rtl="0">
              <a:buNone/>
              <a:defRPr>
                <a:solidFill>
                  <a:schemeClr val="bg1"/>
                </a:solidFill>
              </a:defRPr>
            </a:lvl1pPr>
          </a:lstStyle>
          <a:p>
            <a:r>
              <a:rPr lang="en-US" noProof="0" dirty="0"/>
              <a:t>Click to add image</a:t>
            </a:r>
          </a:p>
        </p:txBody>
      </p:sp>
      <p:sp>
        <p:nvSpPr>
          <p:cNvPr id="15" name="Content 2">
            <a:extLst>
              <a:ext uri="{FF2B5EF4-FFF2-40B4-BE49-F238E27FC236}">
                <a16:creationId xmlns:a16="http://schemas.microsoft.com/office/drawing/2014/main" id="{3BFCF73C-8DB0-4CE6-9591-D1382497EB88}"/>
              </a:ext>
            </a:extLst>
          </p:cNvPr>
          <p:cNvSpPr>
            <a:spLocks noGrp="1"/>
          </p:cNvSpPr>
          <p:nvPr>
            <p:ph sz="half" idx="15" hasCustomPrompt="1"/>
          </p:nvPr>
        </p:nvSpPr>
        <p:spPr>
          <a:xfrm>
            <a:off x="2335213" y="4178395"/>
            <a:ext cx="3611742" cy="2138243"/>
          </a:xfrm>
        </p:spPr>
        <p:txBody>
          <a:bodyPr/>
          <a:lstStyle>
            <a:lvl1pPr rtl="0">
              <a:defRPr/>
            </a:lvl1pPr>
            <a:lvl2pPr rtl="0">
              <a:defRPr/>
            </a:lvl2pPr>
            <a:lvl3pPr rtl="0">
              <a:defRPr/>
            </a:lvl3pPr>
            <a:lvl4pPr rtl="0">
              <a:defRPr/>
            </a:lvl4pPr>
            <a:lvl5pPr rtl="0">
              <a:defRPr/>
            </a:lvl5pPr>
          </a:lstStyle>
          <a:p>
            <a:pPr lvl="0"/>
            <a:r>
              <a:rPr lang="en-US" noProof="0" dirty="0" err="1"/>
              <a:t>Mastertextformat</a:t>
            </a:r>
            <a:r>
              <a:rPr lang="en-US" noProof="0" dirty="0"/>
              <a:t> </a:t>
            </a:r>
            <a:r>
              <a:rPr lang="en-US" noProof="0" dirty="0" err="1"/>
              <a:t>bearbeiten</a:t>
            </a:r>
            <a:endParaRPr lang="en-US" noProof="0" dirty="0"/>
          </a:p>
          <a:p>
            <a:pPr lvl="1"/>
            <a:r>
              <a:rPr lang="en-US" noProof="0" dirty="0" err="1"/>
              <a:t>Zweite</a:t>
            </a:r>
            <a:r>
              <a:rPr lang="en-US" noProof="0" dirty="0"/>
              <a:t> Ebene</a:t>
            </a:r>
          </a:p>
          <a:p>
            <a:pPr lvl="2"/>
            <a:r>
              <a:rPr lang="en-US" noProof="0" dirty="0" err="1"/>
              <a:t>Dritte</a:t>
            </a:r>
            <a:r>
              <a:rPr lang="en-US" noProof="0" dirty="0"/>
              <a:t> Ebene</a:t>
            </a:r>
          </a:p>
          <a:p>
            <a:pPr lvl="3"/>
            <a:r>
              <a:rPr lang="en-US" noProof="0" dirty="0" err="1"/>
              <a:t>Vierte</a:t>
            </a:r>
            <a:r>
              <a:rPr lang="en-US" noProof="0" dirty="0"/>
              <a:t> Ebene</a:t>
            </a:r>
          </a:p>
          <a:p>
            <a:pPr lvl="4"/>
            <a:r>
              <a:rPr lang="en-US" noProof="0" dirty="0" err="1"/>
              <a:t>Fünfte</a:t>
            </a:r>
            <a:r>
              <a:rPr lang="en-US" noProof="0" dirty="0"/>
              <a:t> Ebene</a:t>
            </a:r>
          </a:p>
        </p:txBody>
      </p:sp>
      <p:sp>
        <p:nvSpPr>
          <p:cNvPr id="16" name="Image 2">
            <a:extLst>
              <a:ext uri="{FF2B5EF4-FFF2-40B4-BE49-F238E27FC236}">
                <a16:creationId xmlns:a16="http://schemas.microsoft.com/office/drawing/2014/main" id="{DA02BA31-01FE-4DE9-A1F8-12167674FF82}"/>
              </a:ext>
            </a:extLst>
          </p:cNvPr>
          <p:cNvSpPr>
            <a:spLocks noGrp="1"/>
          </p:cNvSpPr>
          <p:nvPr>
            <p:ph type="pic" sz="quarter" idx="16" hasCustomPrompt="1"/>
          </p:nvPr>
        </p:nvSpPr>
        <p:spPr>
          <a:xfrm>
            <a:off x="360000" y="4125819"/>
            <a:ext cx="1728000" cy="1728000"/>
          </a:xfrm>
          <a:prstGeom prst="ellipse">
            <a:avLst/>
          </a:prstGeom>
          <a:solidFill>
            <a:srgbClr val="ECECED"/>
          </a:solidFill>
        </p:spPr>
        <p:txBody>
          <a:bodyPr anchor="ctr"/>
          <a:lstStyle>
            <a:lvl1pPr marL="0" indent="0" algn="ctr" rtl="0">
              <a:buNone/>
              <a:defRPr>
                <a:solidFill>
                  <a:schemeClr val="bg1"/>
                </a:solidFill>
              </a:defRPr>
            </a:lvl1pPr>
          </a:lstStyle>
          <a:p>
            <a:r>
              <a:rPr lang="en-US" noProof="0" dirty="0"/>
              <a:t>Click to add image</a:t>
            </a:r>
          </a:p>
        </p:txBody>
      </p:sp>
      <p:sp>
        <p:nvSpPr>
          <p:cNvPr id="3" name="Content 1">
            <a:extLst>
              <a:ext uri="{FF2B5EF4-FFF2-40B4-BE49-F238E27FC236}">
                <a16:creationId xmlns:a16="http://schemas.microsoft.com/office/drawing/2014/main" id="{EAB99FF0-D2F6-49B1-8163-8F41F44BD37E}"/>
              </a:ext>
            </a:extLst>
          </p:cNvPr>
          <p:cNvSpPr>
            <a:spLocks noGrp="1"/>
          </p:cNvSpPr>
          <p:nvPr>
            <p:ph sz="half" idx="1" hasCustomPrompt="1"/>
          </p:nvPr>
        </p:nvSpPr>
        <p:spPr>
          <a:xfrm>
            <a:off x="2335213" y="1802395"/>
            <a:ext cx="3611742" cy="2138243"/>
          </a:xfrm>
        </p:spPr>
        <p:txBody>
          <a:bodyPr/>
          <a:lstStyle>
            <a:lvl1pPr rtl="0">
              <a:defRPr/>
            </a:lvl1pPr>
            <a:lvl2pPr rtl="0">
              <a:defRPr/>
            </a:lvl2pPr>
            <a:lvl3pPr rtl="0">
              <a:defRPr/>
            </a:lvl3pPr>
            <a:lvl4pPr rtl="0">
              <a:defRPr/>
            </a:lvl4pPr>
            <a:lvl5pPr rtl="0">
              <a:defRPr/>
            </a:lvl5pPr>
          </a:lstStyle>
          <a:p>
            <a:pPr lvl="0"/>
            <a:r>
              <a:rPr lang="en-US" noProof="0" dirty="0" err="1"/>
              <a:t>Mastertextformat</a:t>
            </a:r>
            <a:r>
              <a:rPr lang="en-US" noProof="0" dirty="0"/>
              <a:t> </a:t>
            </a:r>
            <a:r>
              <a:rPr lang="en-US" noProof="0" dirty="0" err="1"/>
              <a:t>bearbeiten</a:t>
            </a:r>
            <a:endParaRPr lang="en-US" noProof="0" dirty="0"/>
          </a:p>
          <a:p>
            <a:pPr lvl="1"/>
            <a:r>
              <a:rPr lang="en-US" noProof="0" dirty="0" err="1"/>
              <a:t>Zweite</a:t>
            </a:r>
            <a:r>
              <a:rPr lang="en-US" noProof="0" dirty="0"/>
              <a:t> Ebene</a:t>
            </a:r>
          </a:p>
          <a:p>
            <a:pPr lvl="2"/>
            <a:r>
              <a:rPr lang="en-US" noProof="0" dirty="0" err="1"/>
              <a:t>Dritte</a:t>
            </a:r>
            <a:r>
              <a:rPr lang="en-US" noProof="0" dirty="0"/>
              <a:t> Ebene</a:t>
            </a:r>
          </a:p>
          <a:p>
            <a:pPr lvl="3"/>
            <a:r>
              <a:rPr lang="en-US" noProof="0" dirty="0" err="1"/>
              <a:t>Vierte</a:t>
            </a:r>
            <a:r>
              <a:rPr lang="en-US" noProof="0" dirty="0"/>
              <a:t> Ebene</a:t>
            </a:r>
          </a:p>
          <a:p>
            <a:pPr lvl="4"/>
            <a:r>
              <a:rPr lang="en-US" noProof="0" dirty="0" err="1"/>
              <a:t>Fünfte</a:t>
            </a:r>
            <a:r>
              <a:rPr lang="en-US" noProof="0" dirty="0"/>
              <a:t> Ebene</a:t>
            </a:r>
          </a:p>
        </p:txBody>
      </p:sp>
      <p:sp>
        <p:nvSpPr>
          <p:cNvPr id="10" name="Image 1">
            <a:extLst>
              <a:ext uri="{FF2B5EF4-FFF2-40B4-BE49-F238E27FC236}">
                <a16:creationId xmlns:a16="http://schemas.microsoft.com/office/drawing/2014/main" id="{172A9D52-A6B4-4186-A652-2BF58B83EA64}"/>
              </a:ext>
            </a:extLst>
          </p:cNvPr>
          <p:cNvSpPr>
            <a:spLocks noGrp="1"/>
          </p:cNvSpPr>
          <p:nvPr>
            <p:ph type="pic" sz="quarter" idx="14" hasCustomPrompt="1"/>
          </p:nvPr>
        </p:nvSpPr>
        <p:spPr>
          <a:xfrm>
            <a:off x="360000" y="1798638"/>
            <a:ext cx="1728000" cy="1728000"/>
          </a:xfrm>
          <a:prstGeom prst="ellipse">
            <a:avLst/>
          </a:prstGeom>
          <a:solidFill>
            <a:srgbClr val="ECECED"/>
          </a:solidFill>
        </p:spPr>
        <p:txBody>
          <a:bodyPr anchor="ctr"/>
          <a:lstStyle>
            <a:lvl1pPr marL="0" indent="0" algn="ctr" rtl="0">
              <a:buNone/>
              <a:defRPr>
                <a:solidFill>
                  <a:schemeClr val="bg1"/>
                </a:solidFill>
              </a:defRPr>
            </a:lvl1pPr>
          </a:lstStyle>
          <a:p>
            <a:r>
              <a:rPr lang="en-US" noProof="0" dirty="0"/>
              <a:t>Click to add image</a:t>
            </a:r>
          </a:p>
        </p:txBody>
      </p:sp>
      <p:sp>
        <p:nvSpPr>
          <p:cNvPr id="2" name="Titel 1">
            <a:extLst>
              <a:ext uri="{FF2B5EF4-FFF2-40B4-BE49-F238E27FC236}">
                <a16:creationId xmlns:a16="http://schemas.microsoft.com/office/drawing/2014/main" id="{5F9BD10A-C2D6-4AAB-81E0-AE2109049063}"/>
              </a:ext>
            </a:extLst>
          </p:cNvPr>
          <p:cNvSpPr>
            <a:spLocks noGrp="1"/>
          </p:cNvSpPr>
          <p:nvPr>
            <p:ph type="title" hasCustomPrompt="1"/>
          </p:nvPr>
        </p:nvSpPr>
        <p:spPr>
          <a:xfrm>
            <a:off x="360000" y="900000"/>
            <a:ext cx="11473200" cy="720000"/>
          </a:xfrm>
        </p:spPr>
        <p:txBody>
          <a:bodyPr vert="horz"/>
          <a:lstStyle>
            <a:lvl1pPr rtl="0">
              <a:defRPr/>
            </a:lvl1pPr>
          </a:lstStyle>
          <a:p>
            <a:r>
              <a:rPr lang="en-US" dirty="0"/>
              <a:t>Headline of the Slide with a Maximum Length of Two Lines</a:t>
            </a:r>
            <a:endParaRPr lang="en-US" noProof="0" dirty="0"/>
          </a:p>
        </p:txBody>
      </p:sp>
      <p:sp>
        <p:nvSpPr>
          <p:cNvPr id="8" name="Chapter">
            <a:extLst>
              <a:ext uri="{FF2B5EF4-FFF2-40B4-BE49-F238E27FC236}">
                <a16:creationId xmlns:a16="http://schemas.microsoft.com/office/drawing/2014/main" id="{9F511298-DC0E-4550-AEAA-AAE6E08F28B8}"/>
              </a:ext>
            </a:extLst>
          </p:cNvPr>
          <p:cNvSpPr>
            <a:spLocks noGrp="1"/>
          </p:cNvSpPr>
          <p:nvPr>
            <p:ph type="body" sz="quarter" idx="13" hasCustomPrompt="1"/>
          </p:nvPr>
        </p:nvSpPr>
        <p:spPr>
          <a:xfrm>
            <a:off x="360000" y="360000"/>
            <a:ext cx="7549200" cy="258763"/>
          </a:xfrm>
        </p:spPr>
        <p:txBody>
          <a:bodyPr/>
          <a:lstStyle>
            <a:lvl1pPr marL="0" indent="0" rtl="0">
              <a:buNone/>
              <a:defRPr sz="1200">
                <a:solidFill>
                  <a:schemeClr val="accent1"/>
                </a:solidFill>
              </a:defRPr>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noProof="0" dirty="0"/>
              <a:t>Chapter Title (no headline)</a:t>
            </a:r>
          </a:p>
        </p:txBody>
      </p:sp>
    </p:spTree>
    <p:extLst>
      <p:ext uri="{BB962C8B-B14F-4D97-AF65-F5344CB8AC3E}">
        <p14:creationId xmlns:p14="http://schemas.microsoft.com/office/powerpoint/2010/main" val="38242297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ircular images - six items">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18BBCA6A-DD26-4697-B922-56737EB1E306}"/>
              </a:ext>
            </a:extLst>
          </p:cNvPr>
          <p:cNvGraphicFramePr>
            <a:graphicFrameLocks noChangeAspect="1"/>
          </p:cNvGraphicFramePr>
          <p:nvPr userDrawn="1">
            <p:custDataLst>
              <p:tags r:id="rId1"/>
            </p:custDataLst>
            <p:extLst>
              <p:ext uri="{D42A27DB-BD31-4B8C-83A1-F6EECF244321}">
                <p14:modId xmlns:p14="http://schemas.microsoft.com/office/powerpoint/2010/main" val="2693543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0" imgH="469" progId="TCLayout.ActiveDocument.1">
                  <p:embed/>
                </p:oleObj>
              </mc:Choice>
              <mc:Fallback>
                <p:oleObj name="think-cell Slide" r:id="rId3" imgW="470" imgH="469"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Pagenumber">
            <a:extLst>
              <a:ext uri="{FF2B5EF4-FFF2-40B4-BE49-F238E27FC236}">
                <a16:creationId xmlns:a16="http://schemas.microsoft.com/office/drawing/2014/main" id="{4F6E0ADB-8058-4652-8F48-21C8CF77EBA6}"/>
              </a:ext>
            </a:extLst>
          </p:cNvPr>
          <p:cNvSpPr>
            <a:spLocks noGrp="1"/>
          </p:cNvSpPr>
          <p:nvPr>
            <p:ph type="sldNum" sz="quarter" idx="12"/>
          </p:nvPr>
        </p:nvSpPr>
        <p:spPr/>
        <p:txBody>
          <a:bodyPr/>
          <a:lstStyle>
            <a:lvl1pPr rtl="0">
              <a:defRPr/>
            </a:lvl1pPr>
          </a:lstStyle>
          <a:p>
            <a:fld id="{0CE2C118-78B0-4948-9692-2E57815A59D4}" type="slidenum">
              <a:rPr lang="en-US" noProof="0" smtClean="0"/>
              <a:pPr/>
              <a:t>‹#›</a:t>
            </a:fld>
            <a:endParaRPr lang="en-US" noProof="0" dirty="0"/>
          </a:p>
        </p:txBody>
      </p:sp>
      <p:sp>
        <p:nvSpPr>
          <p:cNvPr id="6" name="Footer">
            <a:extLst>
              <a:ext uri="{FF2B5EF4-FFF2-40B4-BE49-F238E27FC236}">
                <a16:creationId xmlns:a16="http://schemas.microsoft.com/office/drawing/2014/main" id="{77B17D79-02A5-463C-A7F3-A92241A9CD16}"/>
              </a:ext>
            </a:extLst>
          </p:cNvPr>
          <p:cNvSpPr>
            <a:spLocks noGrp="1"/>
          </p:cNvSpPr>
          <p:nvPr>
            <p:ph type="ftr" sz="quarter" idx="11"/>
          </p:nvPr>
        </p:nvSpPr>
        <p:spPr/>
        <p:txBody>
          <a:bodyPr/>
          <a:lstStyle>
            <a:lvl1pPr rtl="0">
              <a:defRPr/>
            </a:lvl1pPr>
          </a:lstStyle>
          <a:p>
            <a:r>
              <a:rPr lang="en-US" noProof="0"/>
              <a:t>YeJun Kim / SM JP INT</a:t>
            </a:r>
          </a:p>
        </p:txBody>
      </p:sp>
      <p:sp>
        <p:nvSpPr>
          <p:cNvPr id="5" name="Date">
            <a:extLst>
              <a:ext uri="{FF2B5EF4-FFF2-40B4-BE49-F238E27FC236}">
                <a16:creationId xmlns:a16="http://schemas.microsoft.com/office/drawing/2014/main" id="{9FF4EC82-580C-4586-8F94-B52AC4B8F68F}"/>
              </a:ext>
            </a:extLst>
          </p:cNvPr>
          <p:cNvSpPr>
            <a:spLocks noGrp="1"/>
          </p:cNvSpPr>
          <p:nvPr>
            <p:ph type="dt" sz="half" idx="10"/>
          </p:nvPr>
        </p:nvSpPr>
        <p:spPr/>
        <p:txBody>
          <a:bodyPr/>
          <a:lstStyle>
            <a:lvl1pPr rtl="0">
              <a:defRPr/>
            </a:lvl1pPr>
          </a:lstStyle>
          <a:p>
            <a:r>
              <a:rPr lang="de-DE" noProof="0"/>
              <a:t>2026-07-01</a:t>
            </a:r>
            <a:endParaRPr lang="en-US" noProof="0" dirty="0"/>
          </a:p>
        </p:txBody>
      </p:sp>
      <p:sp>
        <p:nvSpPr>
          <p:cNvPr id="35" name="Content 6">
            <a:extLst>
              <a:ext uri="{FF2B5EF4-FFF2-40B4-BE49-F238E27FC236}">
                <a16:creationId xmlns:a16="http://schemas.microsoft.com/office/drawing/2014/main" id="{E5E3E790-5168-4E24-94CA-3F51FF9C98CD}"/>
              </a:ext>
            </a:extLst>
          </p:cNvPr>
          <p:cNvSpPr>
            <a:spLocks noGrp="1"/>
          </p:cNvSpPr>
          <p:nvPr>
            <p:ph sz="half" idx="29" hasCustomPrompt="1"/>
          </p:nvPr>
        </p:nvSpPr>
        <p:spPr>
          <a:xfrm>
            <a:off x="10166400" y="3587382"/>
            <a:ext cx="1666800" cy="2732400"/>
          </a:xfrm>
        </p:spPr>
        <p:txBody>
          <a:bodyPr/>
          <a:lstStyle>
            <a:lvl1pPr marL="144463" indent="-144463" rtl="0">
              <a:defRPr sz="1200"/>
            </a:lvl1pPr>
            <a:lvl2pPr marL="298450" indent="-144463" rtl="0">
              <a:defRPr sz="1200"/>
            </a:lvl2pPr>
            <a:lvl3pPr marL="425450" indent="-136525" rtl="0">
              <a:defRPr sz="1200"/>
            </a:lvl3pPr>
            <a:lvl4pPr marL="434975" indent="-153988" rtl="0">
              <a:defRPr sz="1200"/>
            </a:lvl4pPr>
            <a:lvl5pPr marL="425450" indent="-153988" rtl="0">
              <a:defRPr sz="1200"/>
            </a:lvl5pPr>
          </a:lstStyle>
          <a:p>
            <a:pPr lvl="0"/>
            <a:r>
              <a:rPr lang="en-US" noProof="0" dirty="0" err="1"/>
              <a:t>Mastertextformat</a:t>
            </a:r>
            <a:r>
              <a:rPr lang="en-US" noProof="0" dirty="0"/>
              <a:t> </a:t>
            </a:r>
            <a:r>
              <a:rPr lang="en-US" noProof="0" dirty="0" err="1"/>
              <a:t>bearbeiten</a:t>
            </a:r>
            <a:endParaRPr lang="en-US" noProof="0" dirty="0"/>
          </a:p>
          <a:p>
            <a:pPr lvl="1"/>
            <a:r>
              <a:rPr lang="en-US" noProof="0" dirty="0" err="1"/>
              <a:t>Zweite</a:t>
            </a:r>
            <a:r>
              <a:rPr lang="en-US" noProof="0" dirty="0"/>
              <a:t> Ebene</a:t>
            </a:r>
          </a:p>
          <a:p>
            <a:pPr lvl="2"/>
            <a:r>
              <a:rPr lang="en-US" noProof="0" dirty="0" err="1"/>
              <a:t>Dritte</a:t>
            </a:r>
            <a:r>
              <a:rPr lang="en-US" noProof="0" dirty="0"/>
              <a:t> Ebene</a:t>
            </a:r>
          </a:p>
          <a:p>
            <a:pPr lvl="3"/>
            <a:r>
              <a:rPr lang="en-US" noProof="0" dirty="0" err="1"/>
              <a:t>Vierte</a:t>
            </a:r>
            <a:r>
              <a:rPr lang="en-US" noProof="0" dirty="0"/>
              <a:t> Ebene</a:t>
            </a:r>
          </a:p>
          <a:p>
            <a:pPr lvl="4"/>
            <a:r>
              <a:rPr lang="en-US" noProof="0" dirty="0" err="1"/>
              <a:t>Fünfte</a:t>
            </a:r>
            <a:r>
              <a:rPr lang="en-US" noProof="0" dirty="0"/>
              <a:t> Ebene</a:t>
            </a:r>
          </a:p>
        </p:txBody>
      </p:sp>
      <p:sp>
        <p:nvSpPr>
          <p:cNvPr id="30" name="Image 6">
            <a:extLst>
              <a:ext uri="{FF2B5EF4-FFF2-40B4-BE49-F238E27FC236}">
                <a16:creationId xmlns:a16="http://schemas.microsoft.com/office/drawing/2014/main" id="{5C1F14AC-90BC-4FBE-B8A6-0E8F03A6A1E6}"/>
              </a:ext>
            </a:extLst>
          </p:cNvPr>
          <p:cNvSpPr>
            <a:spLocks noGrp="1"/>
          </p:cNvSpPr>
          <p:nvPr>
            <p:ph type="pic" sz="quarter" idx="24" hasCustomPrompt="1"/>
          </p:nvPr>
        </p:nvSpPr>
        <p:spPr>
          <a:xfrm>
            <a:off x="10164838" y="1798638"/>
            <a:ext cx="1666800" cy="1666800"/>
          </a:xfrm>
          <a:prstGeom prst="ellipse">
            <a:avLst/>
          </a:prstGeom>
          <a:solidFill>
            <a:srgbClr val="ECECED"/>
          </a:solidFill>
        </p:spPr>
        <p:txBody>
          <a:bodyPr anchor="ctr"/>
          <a:lstStyle>
            <a:lvl1pPr marL="0" indent="0" algn="ctr" rtl="0">
              <a:buNone/>
              <a:defRPr>
                <a:solidFill>
                  <a:schemeClr val="bg1"/>
                </a:solidFill>
              </a:defRPr>
            </a:lvl1pPr>
          </a:lstStyle>
          <a:p>
            <a:r>
              <a:rPr lang="en-US" noProof="0" dirty="0"/>
              <a:t>Click to add image</a:t>
            </a:r>
          </a:p>
        </p:txBody>
      </p:sp>
      <p:sp>
        <p:nvSpPr>
          <p:cNvPr id="34" name="Content 5">
            <a:extLst>
              <a:ext uri="{FF2B5EF4-FFF2-40B4-BE49-F238E27FC236}">
                <a16:creationId xmlns:a16="http://schemas.microsoft.com/office/drawing/2014/main" id="{53B3A51E-DB9C-4A86-B247-D787D0F028A0}"/>
              </a:ext>
            </a:extLst>
          </p:cNvPr>
          <p:cNvSpPr>
            <a:spLocks noGrp="1"/>
          </p:cNvSpPr>
          <p:nvPr>
            <p:ph sz="half" idx="28" hasCustomPrompt="1"/>
          </p:nvPr>
        </p:nvSpPr>
        <p:spPr>
          <a:xfrm>
            <a:off x="8208000" y="3587382"/>
            <a:ext cx="1666800" cy="2732400"/>
          </a:xfrm>
        </p:spPr>
        <p:txBody>
          <a:bodyPr/>
          <a:lstStyle>
            <a:lvl1pPr marL="144463" indent="-144463" rtl="0">
              <a:defRPr sz="1200"/>
            </a:lvl1pPr>
            <a:lvl2pPr marL="298450" indent="-144463" rtl="0">
              <a:defRPr sz="1200"/>
            </a:lvl2pPr>
            <a:lvl3pPr marL="425450" indent="-136525" rtl="0">
              <a:defRPr sz="1200"/>
            </a:lvl3pPr>
            <a:lvl4pPr marL="434975" indent="-153988" rtl="0">
              <a:defRPr sz="1200"/>
            </a:lvl4pPr>
            <a:lvl5pPr marL="425450" indent="-153988" rtl="0">
              <a:defRPr sz="1200"/>
            </a:lvl5pPr>
          </a:lstStyle>
          <a:p>
            <a:pPr lvl="0"/>
            <a:r>
              <a:rPr lang="en-US" noProof="0" dirty="0" err="1"/>
              <a:t>Mastertextformat</a:t>
            </a:r>
            <a:r>
              <a:rPr lang="en-US" noProof="0" dirty="0"/>
              <a:t> </a:t>
            </a:r>
            <a:r>
              <a:rPr lang="en-US" noProof="0" dirty="0" err="1"/>
              <a:t>bearbeiten</a:t>
            </a:r>
            <a:endParaRPr lang="en-US" noProof="0" dirty="0"/>
          </a:p>
          <a:p>
            <a:pPr lvl="1"/>
            <a:r>
              <a:rPr lang="en-US" noProof="0" dirty="0" err="1"/>
              <a:t>Zweite</a:t>
            </a:r>
            <a:r>
              <a:rPr lang="en-US" noProof="0" dirty="0"/>
              <a:t> Ebene</a:t>
            </a:r>
          </a:p>
          <a:p>
            <a:pPr lvl="2"/>
            <a:r>
              <a:rPr lang="en-US" noProof="0" dirty="0" err="1"/>
              <a:t>Dritte</a:t>
            </a:r>
            <a:r>
              <a:rPr lang="en-US" noProof="0" dirty="0"/>
              <a:t> Ebene</a:t>
            </a:r>
          </a:p>
          <a:p>
            <a:pPr lvl="3"/>
            <a:r>
              <a:rPr lang="en-US" noProof="0" dirty="0" err="1"/>
              <a:t>Vierte</a:t>
            </a:r>
            <a:r>
              <a:rPr lang="en-US" noProof="0" dirty="0"/>
              <a:t> Ebene</a:t>
            </a:r>
          </a:p>
          <a:p>
            <a:pPr lvl="4"/>
            <a:r>
              <a:rPr lang="en-US" noProof="0" dirty="0" err="1"/>
              <a:t>Fünfte</a:t>
            </a:r>
            <a:r>
              <a:rPr lang="en-US" noProof="0" dirty="0"/>
              <a:t> Ebene</a:t>
            </a:r>
          </a:p>
        </p:txBody>
      </p:sp>
      <p:sp>
        <p:nvSpPr>
          <p:cNvPr id="28" name="Image 5">
            <a:extLst>
              <a:ext uri="{FF2B5EF4-FFF2-40B4-BE49-F238E27FC236}">
                <a16:creationId xmlns:a16="http://schemas.microsoft.com/office/drawing/2014/main" id="{E30CE87D-CF08-40F6-A3F7-5472870AEF06}"/>
              </a:ext>
            </a:extLst>
          </p:cNvPr>
          <p:cNvSpPr>
            <a:spLocks noGrp="1"/>
          </p:cNvSpPr>
          <p:nvPr>
            <p:ph type="pic" sz="quarter" idx="22" hasCustomPrompt="1"/>
          </p:nvPr>
        </p:nvSpPr>
        <p:spPr>
          <a:xfrm>
            <a:off x="8208000" y="1798638"/>
            <a:ext cx="1666800" cy="1666800"/>
          </a:xfrm>
          <a:prstGeom prst="ellipse">
            <a:avLst/>
          </a:prstGeom>
          <a:solidFill>
            <a:srgbClr val="ECECED"/>
          </a:solidFill>
        </p:spPr>
        <p:txBody>
          <a:bodyPr anchor="ctr"/>
          <a:lstStyle>
            <a:lvl1pPr marL="0" indent="0" algn="ctr" rtl="0">
              <a:buNone/>
              <a:defRPr>
                <a:solidFill>
                  <a:schemeClr val="bg1"/>
                </a:solidFill>
              </a:defRPr>
            </a:lvl1pPr>
          </a:lstStyle>
          <a:p>
            <a:r>
              <a:rPr lang="en-US" noProof="0" dirty="0"/>
              <a:t>Click to add image</a:t>
            </a:r>
          </a:p>
        </p:txBody>
      </p:sp>
      <p:sp>
        <p:nvSpPr>
          <p:cNvPr id="33" name="Content 4">
            <a:extLst>
              <a:ext uri="{FF2B5EF4-FFF2-40B4-BE49-F238E27FC236}">
                <a16:creationId xmlns:a16="http://schemas.microsoft.com/office/drawing/2014/main" id="{0986AC0C-1E62-4576-97F9-F8FB68F56FBE}"/>
              </a:ext>
            </a:extLst>
          </p:cNvPr>
          <p:cNvSpPr>
            <a:spLocks noGrp="1"/>
          </p:cNvSpPr>
          <p:nvPr>
            <p:ph sz="half" idx="27" hasCustomPrompt="1"/>
          </p:nvPr>
        </p:nvSpPr>
        <p:spPr>
          <a:xfrm>
            <a:off x="6242049" y="3587382"/>
            <a:ext cx="1666800" cy="2732400"/>
          </a:xfrm>
        </p:spPr>
        <p:txBody>
          <a:bodyPr/>
          <a:lstStyle>
            <a:lvl1pPr marL="144463" indent="-144463" rtl="0">
              <a:defRPr sz="1200"/>
            </a:lvl1pPr>
            <a:lvl2pPr marL="298450" indent="-144463" rtl="0">
              <a:defRPr sz="1200"/>
            </a:lvl2pPr>
            <a:lvl3pPr marL="425450" indent="-136525" rtl="0">
              <a:defRPr sz="1200"/>
            </a:lvl3pPr>
            <a:lvl4pPr marL="434975" indent="-153988" rtl="0">
              <a:defRPr sz="1200"/>
            </a:lvl4pPr>
            <a:lvl5pPr marL="425450" indent="-153988" rtl="0">
              <a:defRPr sz="1200"/>
            </a:lvl5pPr>
          </a:lstStyle>
          <a:p>
            <a:pPr lvl="0"/>
            <a:r>
              <a:rPr lang="en-US" noProof="0" dirty="0" err="1"/>
              <a:t>Mastertextformat</a:t>
            </a:r>
            <a:r>
              <a:rPr lang="en-US" noProof="0" dirty="0"/>
              <a:t> </a:t>
            </a:r>
            <a:r>
              <a:rPr lang="en-US" noProof="0" dirty="0" err="1"/>
              <a:t>bearbeiten</a:t>
            </a:r>
            <a:endParaRPr lang="en-US" noProof="0" dirty="0"/>
          </a:p>
          <a:p>
            <a:pPr lvl="1"/>
            <a:r>
              <a:rPr lang="en-US" noProof="0" dirty="0" err="1"/>
              <a:t>Zweite</a:t>
            </a:r>
            <a:r>
              <a:rPr lang="en-US" noProof="0" dirty="0"/>
              <a:t> Ebene</a:t>
            </a:r>
          </a:p>
          <a:p>
            <a:pPr lvl="2"/>
            <a:r>
              <a:rPr lang="en-US" noProof="0" dirty="0" err="1"/>
              <a:t>Dritte</a:t>
            </a:r>
            <a:r>
              <a:rPr lang="en-US" noProof="0" dirty="0"/>
              <a:t> Ebene</a:t>
            </a:r>
          </a:p>
          <a:p>
            <a:pPr lvl="3"/>
            <a:r>
              <a:rPr lang="en-US" noProof="0" dirty="0" err="1"/>
              <a:t>Vierte</a:t>
            </a:r>
            <a:r>
              <a:rPr lang="en-US" noProof="0" dirty="0"/>
              <a:t> Ebene</a:t>
            </a:r>
          </a:p>
          <a:p>
            <a:pPr lvl="4"/>
            <a:r>
              <a:rPr lang="en-US" noProof="0" dirty="0" err="1"/>
              <a:t>Fünfte</a:t>
            </a:r>
            <a:r>
              <a:rPr lang="en-US" noProof="0" dirty="0"/>
              <a:t> Ebene</a:t>
            </a:r>
          </a:p>
        </p:txBody>
      </p:sp>
      <p:sp>
        <p:nvSpPr>
          <p:cNvPr id="26" name="Image 4">
            <a:extLst>
              <a:ext uri="{FF2B5EF4-FFF2-40B4-BE49-F238E27FC236}">
                <a16:creationId xmlns:a16="http://schemas.microsoft.com/office/drawing/2014/main" id="{FA97037C-F5EE-4E49-BC1F-80D4AC0F9250}"/>
              </a:ext>
            </a:extLst>
          </p:cNvPr>
          <p:cNvSpPr>
            <a:spLocks noGrp="1"/>
          </p:cNvSpPr>
          <p:nvPr>
            <p:ph type="pic" sz="quarter" idx="20" hasCustomPrompt="1"/>
          </p:nvPr>
        </p:nvSpPr>
        <p:spPr>
          <a:xfrm>
            <a:off x="6242050" y="1798638"/>
            <a:ext cx="1666800" cy="1666800"/>
          </a:xfrm>
          <a:prstGeom prst="ellipse">
            <a:avLst/>
          </a:prstGeom>
          <a:solidFill>
            <a:srgbClr val="ECECED"/>
          </a:solidFill>
        </p:spPr>
        <p:txBody>
          <a:bodyPr anchor="ctr"/>
          <a:lstStyle>
            <a:lvl1pPr marL="0" indent="0" algn="ctr" rtl="0">
              <a:buNone/>
              <a:defRPr>
                <a:solidFill>
                  <a:schemeClr val="bg1"/>
                </a:solidFill>
              </a:defRPr>
            </a:lvl1pPr>
          </a:lstStyle>
          <a:p>
            <a:r>
              <a:rPr lang="en-US" noProof="0" dirty="0"/>
              <a:t>Click to add image</a:t>
            </a:r>
          </a:p>
        </p:txBody>
      </p:sp>
      <p:sp>
        <p:nvSpPr>
          <p:cNvPr id="32" name="Content 3">
            <a:extLst>
              <a:ext uri="{FF2B5EF4-FFF2-40B4-BE49-F238E27FC236}">
                <a16:creationId xmlns:a16="http://schemas.microsoft.com/office/drawing/2014/main" id="{A292851A-ACAC-4763-917B-2B107C4A9807}"/>
              </a:ext>
            </a:extLst>
          </p:cNvPr>
          <p:cNvSpPr>
            <a:spLocks noGrp="1"/>
          </p:cNvSpPr>
          <p:nvPr>
            <p:ph sz="half" idx="26" hasCustomPrompt="1"/>
          </p:nvPr>
        </p:nvSpPr>
        <p:spPr>
          <a:xfrm>
            <a:off x="4284000" y="3587382"/>
            <a:ext cx="1666800" cy="2732400"/>
          </a:xfrm>
        </p:spPr>
        <p:txBody>
          <a:bodyPr/>
          <a:lstStyle>
            <a:lvl1pPr marL="144463" indent="-144463" rtl="0">
              <a:defRPr sz="1200"/>
            </a:lvl1pPr>
            <a:lvl2pPr marL="298450" indent="-144463" rtl="0">
              <a:defRPr sz="1200"/>
            </a:lvl2pPr>
            <a:lvl3pPr marL="425450" indent="-136525" rtl="0">
              <a:defRPr sz="1200"/>
            </a:lvl3pPr>
            <a:lvl4pPr marL="434975" indent="-153988" rtl="0">
              <a:defRPr sz="1200"/>
            </a:lvl4pPr>
            <a:lvl5pPr marL="425450" indent="-153988" rtl="0">
              <a:defRPr sz="1200"/>
            </a:lvl5pPr>
          </a:lstStyle>
          <a:p>
            <a:pPr lvl="0"/>
            <a:r>
              <a:rPr lang="en-US" noProof="0" dirty="0" err="1"/>
              <a:t>Mastertextformat</a:t>
            </a:r>
            <a:r>
              <a:rPr lang="en-US" noProof="0" dirty="0"/>
              <a:t> </a:t>
            </a:r>
            <a:r>
              <a:rPr lang="en-US" noProof="0" dirty="0" err="1"/>
              <a:t>bearbeiten</a:t>
            </a:r>
            <a:endParaRPr lang="en-US" noProof="0" dirty="0"/>
          </a:p>
          <a:p>
            <a:pPr lvl="1"/>
            <a:r>
              <a:rPr lang="en-US" noProof="0" dirty="0" err="1"/>
              <a:t>Zweite</a:t>
            </a:r>
            <a:r>
              <a:rPr lang="en-US" noProof="0" dirty="0"/>
              <a:t> Ebene</a:t>
            </a:r>
          </a:p>
          <a:p>
            <a:pPr lvl="2"/>
            <a:r>
              <a:rPr lang="en-US" noProof="0" dirty="0" err="1"/>
              <a:t>Dritte</a:t>
            </a:r>
            <a:r>
              <a:rPr lang="en-US" noProof="0" dirty="0"/>
              <a:t> Ebene</a:t>
            </a:r>
          </a:p>
          <a:p>
            <a:pPr lvl="3"/>
            <a:r>
              <a:rPr lang="en-US" noProof="0" dirty="0" err="1"/>
              <a:t>Vierte</a:t>
            </a:r>
            <a:r>
              <a:rPr lang="en-US" noProof="0" dirty="0"/>
              <a:t> Ebene</a:t>
            </a:r>
          </a:p>
          <a:p>
            <a:pPr lvl="4"/>
            <a:r>
              <a:rPr lang="en-US" noProof="0" dirty="0" err="1"/>
              <a:t>Fünfte</a:t>
            </a:r>
            <a:r>
              <a:rPr lang="en-US" noProof="0" dirty="0"/>
              <a:t> Ebene</a:t>
            </a:r>
          </a:p>
        </p:txBody>
      </p:sp>
      <p:sp>
        <p:nvSpPr>
          <p:cNvPr id="24" name="Image 3">
            <a:extLst>
              <a:ext uri="{FF2B5EF4-FFF2-40B4-BE49-F238E27FC236}">
                <a16:creationId xmlns:a16="http://schemas.microsoft.com/office/drawing/2014/main" id="{036937DC-4C0E-43B6-B6C5-92DF0E2356EB}"/>
              </a:ext>
            </a:extLst>
          </p:cNvPr>
          <p:cNvSpPr>
            <a:spLocks noGrp="1"/>
          </p:cNvSpPr>
          <p:nvPr>
            <p:ph type="pic" sz="quarter" idx="18" hasCustomPrompt="1"/>
          </p:nvPr>
        </p:nvSpPr>
        <p:spPr>
          <a:xfrm>
            <a:off x="4284000" y="1798638"/>
            <a:ext cx="1666800" cy="1666800"/>
          </a:xfrm>
          <a:prstGeom prst="ellipse">
            <a:avLst/>
          </a:prstGeom>
          <a:solidFill>
            <a:srgbClr val="ECECED"/>
          </a:solidFill>
        </p:spPr>
        <p:txBody>
          <a:bodyPr anchor="ctr"/>
          <a:lstStyle>
            <a:lvl1pPr marL="0" indent="0" algn="ctr" rtl="0">
              <a:buNone/>
              <a:defRPr>
                <a:solidFill>
                  <a:schemeClr val="bg1"/>
                </a:solidFill>
              </a:defRPr>
            </a:lvl1pPr>
          </a:lstStyle>
          <a:p>
            <a:r>
              <a:rPr lang="en-US" noProof="0" dirty="0"/>
              <a:t>Click to add image</a:t>
            </a:r>
          </a:p>
        </p:txBody>
      </p:sp>
      <p:sp>
        <p:nvSpPr>
          <p:cNvPr id="31" name="Content 2">
            <a:extLst>
              <a:ext uri="{FF2B5EF4-FFF2-40B4-BE49-F238E27FC236}">
                <a16:creationId xmlns:a16="http://schemas.microsoft.com/office/drawing/2014/main" id="{C69A43F6-9B97-4AF4-9645-FC9097C7EBAD}"/>
              </a:ext>
            </a:extLst>
          </p:cNvPr>
          <p:cNvSpPr>
            <a:spLocks noGrp="1"/>
          </p:cNvSpPr>
          <p:nvPr>
            <p:ph sz="half" idx="25" hasCustomPrompt="1"/>
          </p:nvPr>
        </p:nvSpPr>
        <p:spPr>
          <a:xfrm>
            <a:off x="2322000" y="3587382"/>
            <a:ext cx="1666800" cy="2732400"/>
          </a:xfrm>
        </p:spPr>
        <p:txBody>
          <a:bodyPr/>
          <a:lstStyle>
            <a:lvl1pPr marL="144463" indent="-144463" rtl="0">
              <a:defRPr sz="1200"/>
            </a:lvl1pPr>
            <a:lvl2pPr marL="298450" indent="-144463" rtl="0">
              <a:defRPr sz="1200"/>
            </a:lvl2pPr>
            <a:lvl3pPr marL="425450" indent="-136525" rtl="0">
              <a:defRPr sz="1200"/>
            </a:lvl3pPr>
            <a:lvl4pPr marL="434975" indent="-153988" rtl="0">
              <a:defRPr sz="1200"/>
            </a:lvl4pPr>
            <a:lvl5pPr marL="425450" indent="-153988" rtl="0">
              <a:defRPr sz="1200"/>
            </a:lvl5pPr>
          </a:lstStyle>
          <a:p>
            <a:pPr lvl="0"/>
            <a:r>
              <a:rPr lang="en-US" noProof="0" dirty="0" err="1"/>
              <a:t>Mastertextformat</a:t>
            </a:r>
            <a:r>
              <a:rPr lang="en-US" noProof="0" dirty="0"/>
              <a:t> </a:t>
            </a:r>
            <a:r>
              <a:rPr lang="en-US" noProof="0" dirty="0" err="1"/>
              <a:t>bearbeiten</a:t>
            </a:r>
            <a:endParaRPr lang="en-US" noProof="0" dirty="0"/>
          </a:p>
          <a:p>
            <a:pPr lvl="1"/>
            <a:r>
              <a:rPr lang="en-US" noProof="0" dirty="0" err="1"/>
              <a:t>Zweite</a:t>
            </a:r>
            <a:r>
              <a:rPr lang="en-US" noProof="0" dirty="0"/>
              <a:t> Ebene</a:t>
            </a:r>
          </a:p>
          <a:p>
            <a:pPr lvl="2"/>
            <a:r>
              <a:rPr lang="en-US" noProof="0" dirty="0" err="1"/>
              <a:t>Dritte</a:t>
            </a:r>
            <a:r>
              <a:rPr lang="en-US" noProof="0" dirty="0"/>
              <a:t> Ebene</a:t>
            </a:r>
          </a:p>
          <a:p>
            <a:pPr lvl="3"/>
            <a:r>
              <a:rPr lang="en-US" noProof="0" dirty="0" err="1"/>
              <a:t>Vierte</a:t>
            </a:r>
            <a:r>
              <a:rPr lang="en-US" noProof="0" dirty="0"/>
              <a:t> Ebene</a:t>
            </a:r>
          </a:p>
          <a:p>
            <a:pPr lvl="4"/>
            <a:r>
              <a:rPr lang="en-US" noProof="0" dirty="0" err="1"/>
              <a:t>Fünfte</a:t>
            </a:r>
            <a:r>
              <a:rPr lang="en-US" noProof="0" dirty="0"/>
              <a:t> Ebene</a:t>
            </a:r>
          </a:p>
        </p:txBody>
      </p:sp>
      <p:sp>
        <p:nvSpPr>
          <p:cNvPr id="22" name="Image 2">
            <a:extLst>
              <a:ext uri="{FF2B5EF4-FFF2-40B4-BE49-F238E27FC236}">
                <a16:creationId xmlns:a16="http://schemas.microsoft.com/office/drawing/2014/main" id="{8DDAB8B3-3BD5-4891-B775-1861CDA84CDA}"/>
              </a:ext>
            </a:extLst>
          </p:cNvPr>
          <p:cNvSpPr>
            <a:spLocks noGrp="1"/>
          </p:cNvSpPr>
          <p:nvPr>
            <p:ph type="pic" sz="quarter" idx="16" hasCustomPrompt="1"/>
          </p:nvPr>
        </p:nvSpPr>
        <p:spPr>
          <a:xfrm>
            <a:off x="2322513" y="1798638"/>
            <a:ext cx="1666800" cy="1666800"/>
          </a:xfrm>
          <a:prstGeom prst="ellipse">
            <a:avLst/>
          </a:prstGeom>
          <a:solidFill>
            <a:srgbClr val="ECECED"/>
          </a:solidFill>
        </p:spPr>
        <p:txBody>
          <a:bodyPr anchor="ctr"/>
          <a:lstStyle>
            <a:lvl1pPr marL="0" indent="0" algn="ctr" rtl="0">
              <a:buNone/>
              <a:defRPr>
                <a:solidFill>
                  <a:schemeClr val="bg1"/>
                </a:solidFill>
              </a:defRPr>
            </a:lvl1pPr>
          </a:lstStyle>
          <a:p>
            <a:r>
              <a:rPr lang="en-US" noProof="0" dirty="0"/>
              <a:t>Click to add image</a:t>
            </a:r>
          </a:p>
        </p:txBody>
      </p:sp>
      <p:sp>
        <p:nvSpPr>
          <p:cNvPr id="3" name="Content 1">
            <a:extLst>
              <a:ext uri="{FF2B5EF4-FFF2-40B4-BE49-F238E27FC236}">
                <a16:creationId xmlns:a16="http://schemas.microsoft.com/office/drawing/2014/main" id="{EAB99FF0-D2F6-49B1-8163-8F41F44BD37E}"/>
              </a:ext>
            </a:extLst>
          </p:cNvPr>
          <p:cNvSpPr>
            <a:spLocks noGrp="1"/>
          </p:cNvSpPr>
          <p:nvPr>
            <p:ph sz="half" idx="1" hasCustomPrompt="1"/>
          </p:nvPr>
        </p:nvSpPr>
        <p:spPr>
          <a:xfrm>
            <a:off x="360000" y="3587382"/>
            <a:ext cx="1666800" cy="2730865"/>
          </a:xfrm>
        </p:spPr>
        <p:txBody>
          <a:bodyPr/>
          <a:lstStyle>
            <a:lvl1pPr marL="144463" indent="-144463" rtl="0">
              <a:defRPr sz="1200"/>
            </a:lvl1pPr>
            <a:lvl2pPr marL="298450" indent="-144463" rtl="0">
              <a:defRPr sz="1200"/>
            </a:lvl2pPr>
            <a:lvl3pPr marL="425450" indent="-136525" rtl="0">
              <a:defRPr sz="1200"/>
            </a:lvl3pPr>
            <a:lvl4pPr marL="434975" indent="-153988" rtl="0">
              <a:defRPr sz="1200"/>
            </a:lvl4pPr>
            <a:lvl5pPr marL="425450" indent="-153988" rtl="0">
              <a:defRPr sz="1200"/>
            </a:lvl5pPr>
          </a:lstStyle>
          <a:p>
            <a:pPr lvl="0"/>
            <a:r>
              <a:rPr lang="en-US" noProof="0" dirty="0" err="1"/>
              <a:t>Mastertextformat</a:t>
            </a:r>
            <a:r>
              <a:rPr lang="en-US" noProof="0" dirty="0"/>
              <a:t> </a:t>
            </a:r>
            <a:r>
              <a:rPr lang="en-US" noProof="0" dirty="0" err="1"/>
              <a:t>bearbeiten</a:t>
            </a:r>
            <a:endParaRPr lang="en-US" noProof="0" dirty="0"/>
          </a:p>
          <a:p>
            <a:pPr lvl="1"/>
            <a:r>
              <a:rPr lang="en-US" noProof="0" dirty="0" err="1"/>
              <a:t>Zweite</a:t>
            </a:r>
            <a:r>
              <a:rPr lang="en-US" noProof="0" dirty="0"/>
              <a:t> Ebene</a:t>
            </a:r>
          </a:p>
          <a:p>
            <a:pPr lvl="2"/>
            <a:r>
              <a:rPr lang="en-US" noProof="0" dirty="0" err="1"/>
              <a:t>Dritte</a:t>
            </a:r>
            <a:r>
              <a:rPr lang="en-US" noProof="0" dirty="0"/>
              <a:t> Ebene</a:t>
            </a:r>
          </a:p>
          <a:p>
            <a:pPr lvl="3"/>
            <a:r>
              <a:rPr lang="en-US" noProof="0" dirty="0" err="1"/>
              <a:t>Vierte</a:t>
            </a:r>
            <a:r>
              <a:rPr lang="en-US" noProof="0" dirty="0"/>
              <a:t> Ebene</a:t>
            </a:r>
          </a:p>
          <a:p>
            <a:pPr lvl="4"/>
            <a:r>
              <a:rPr lang="en-US" noProof="0" dirty="0" err="1"/>
              <a:t>Fünfte</a:t>
            </a:r>
            <a:r>
              <a:rPr lang="en-US" noProof="0" dirty="0"/>
              <a:t> Ebene</a:t>
            </a:r>
          </a:p>
        </p:txBody>
      </p:sp>
      <p:sp>
        <p:nvSpPr>
          <p:cNvPr id="10" name="Image 1">
            <a:extLst>
              <a:ext uri="{FF2B5EF4-FFF2-40B4-BE49-F238E27FC236}">
                <a16:creationId xmlns:a16="http://schemas.microsoft.com/office/drawing/2014/main" id="{172A9D52-A6B4-4186-A652-2BF58B83EA64}"/>
              </a:ext>
            </a:extLst>
          </p:cNvPr>
          <p:cNvSpPr>
            <a:spLocks noGrp="1"/>
          </p:cNvSpPr>
          <p:nvPr>
            <p:ph type="pic" sz="quarter" idx="14" hasCustomPrompt="1"/>
          </p:nvPr>
        </p:nvSpPr>
        <p:spPr>
          <a:xfrm>
            <a:off x="360000" y="1798638"/>
            <a:ext cx="1666800" cy="1666800"/>
          </a:xfrm>
          <a:prstGeom prst="ellipse">
            <a:avLst/>
          </a:prstGeom>
          <a:solidFill>
            <a:srgbClr val="ECECED"/>
          </a:solidFill>
        </p:spPr>
        <p:txBody>
          <a:bodyPr anchor="ctr"/>
          <a:lstStyle>
            <a:lvl1pPr marL="0" indent="0" algn="ctr" rtl="0">
              <a:buNone/>
              <a:defRPr>
                <a:solidFill>
                  <a:schemeClr val="bg1"/>
                </a:solidFill>
              </a:defRPr>
            </a:lvl1pPr>
          </a:lstStyle>
          <a:p>
            <a:r>
              <a:rPr lang="en-US" noProof="0" dirty="0"/>
              <a:t>Click to add image</a:t>
            </a:r>
          </a:p>
        </p:txBody>
      </p:sp>
      <p:sp>
        <p:nvSpPr>
          <p:cNvPr id="2" name="Titel 1">
            <a:extLst>
              <a:ext uri="{FF2B5EF4-FFF2-40B4-BE49-F238E27FC236}">
                <a16:creationId xmlns:a16="http://schemas.microsoft.com/office/drawing/2014/main" id="{5F9BD10A-C2D6-4AAB-81E0-AE2109049063}"/>
              </a:ext>
            </a:extLst>
          </p:cNvPr>
          <p:cNvSpPr>
            <a:spLocks noGrp="1"/>
          </p:cNvSpPr>
          <p:nvPr>
            <p:ph type="title" hasCustomPrompt="1"/>
          </p:nvPr>
        </p:nvSpPr>
        <p:spPr>
          <a:xfrm>
            <a:off x="360000" y="900000"/>
            <a:ext cx="11469600" cy="720000"/>
          </a:xfrm>
        </p:spPr>
        <p:txBody>
          <a:bodyPr vert="horz"/>
          <a:lstStyle>
            <a:lvl1pPr rtl="0">
              <a:defRPr/>
            </a:lvl1pPr>
          </a:lstStyle>
          <a:p>
            <a:r>
              <a:rPr lang="en-US" dirty="0"/>
              <a:t>Headline of the Slide with a Maximum Length of Two Lines</a:t>
            </a:r>
            <a:endParaRPr lang="en-US" noProof="0" dirty="0"/>
          </a:p>
        </p:txBody>
      </p:sp>
      <p:sp>
        <p:nvSpPr>
          <p:cNvPr id="8" name="Chapter">
            <a:extLst>
              <a:ext uri="{FF2B5EF4-FFF2-40B4-BE49-F238E27FC236}">
                <a16:creationId xmlns:a16="http://schemas.microsoft.com/office/drawing/2014/main" id="{9F511298-DC0E-4550-AEAA-AAE6E08F28B8}"/>
              </a:ext>
            </a:extLst>
          </p:cNvPr>
          <p:cNvSpPr>
            <a:spLocks noGrp="1"/>
          </p:cNvSpPr>
          <p:nvPr>
            <p:ph type="body" sz="quarter" idx="13" hasCustomPrompt="1"/>
          </p:nvPr>
        </p:nvSpPr>
        <p:spPr>
          <a:xfrm>
            <a:off x="360000" y="360000"/>
            <a:ext cx="7549200" cy="258763"/>
          </a:xfrm>
        </p:spPr>
        <p:txBody>
          <a:bodyPr/>
          <a:lstStyle>
            <a:lvl1pPr marL="0" indent="0" rtl="0">
              <a:buNone/>
              <a:defRPr sz="1200">
                <a:solidFill>
                  <a:schemeClr val="accent1"/>
                </a:solidFill>
              </a:defRPr>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noProof="0" dirty="0"/>
              <a:t>Chapter Title (no headline)</a:t>
            </a:r>
          </a:p>
        </p:txBody>
      </p:sp>
    </p:spTree>
    <p:extLst>
      <p:ext uri="{BB962C8B-B14F-4D97-AF65-F5344CB8AC3E}">
        <p14:creationId xmlns:p14="http://schemas.microsoft.com/office/powerpoint/2010/main" val="35017618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Highlighted statement #1">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884F1AE4-400B-424B-A272-3A85D75BCBF1}"/>
              </a:ext>
            </a:extLst>
          </p:cNvPr>
          <p:cNvGraphicFramePr>
            <a:graphicFrameLocks noChangeAspect="1"/>
          </p:cNvGraphicFramePr>
          <p:nvPr userDrawn="1">
            <p:custDataLst>
              <p:tags r:id="rId1"/>
            </p:custDataLst>
            <p:extLst>
              <p:ext uri="{D42A27DB-BD31-4B8C-83A1-F6EECF244321}">
                <p14:modId xmlns:p14="http://schemas.microsoft.com/office/powerpoint/2010/main" val="33540339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0" imgH="469" progId="TCLayout.ActiveDocument.1">
                  <p:embed/>
                </p:oleObj>
              </mc:Choice>
              <mc:Fallback>
                <p:oleObj name="think-cell Slide" r:id="rId3" imgW="470" imgH="469" progId="TCLayout.ActiveDocument.1">
                  <p:embed/>
                  <p:pic>
                    <p:nvPicPr>
                      <p:cNvPr id="7" name="Object 6" hidden="1">
                        <a:extLst>
                          <a:ext uri="{FF2B5EF4-FFF2-40B4-BE49-F238E27FC236}">
                            <a16:creationId xmlns:a16="http://schemas.microsoft.com/office/drawing/2014/main" id="{884F1AE4-400B-424B-A272-3A85D75BCBF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Background">
            <a:extLst>
              <a:ext uri="{FF2B5EF4-FFF2-40B4-BE49-F238E27FC236}">
                <a16:creationId xmlns:a16="http://schemas.microsoft.com/office/drawing/2014/main" id="{4E37C871-E0A1-41D6-B528-E069024DF92A}"/>
              </a:ext>
            </a:extLst>
          </p:cNvPr>
          <p:cNvSpPr>
            <a:spLocks noGrp="1"/>
          </p:cNvSpPr>
          <p:nvPr>
            <p:ph type="pic" sz="quarter" idx="13" hasCustomPrompt="1"/>
          </p:nvPr>
        </p:nvSpPr>
        <p:spPr>
          <a:xfrm>
            <a:off x="0" y="900000"/>
            <a:ext cx="12192000" cy="5886000"/>
          </a:xfrm>
          <a:solidFill>
            <a:srgbClr val="ECECED"/>
          </a:solidFill>
        </p:spPr>
        <p:txBody>
          <a:bodyPr anchor="ctr"/>
          <a:lstStyle>
            <a:lvl1pPr marL="0" indent="0" algn="ctr" rtl="0">
              <a:buNone/>
              <a:defRPr>
                <a:solidFill>
                  <a:schemeClr val="bg1"/>
                </a:solidFill>
              </a:defRPr>
            </a:lvl1pPr>
          </a:lstStyle>
          <a:p>
            <a:r>
              <a:rPr lang="en-US" noProof="0" dirty="0"/>
              <a:t>Click to </a:t>
            </a:r>
            <a:br>
              <a:rPr lang="en-US" noProof="0" dirty="0"/>
            </a:br>
            <a:r>
              <a:rPr lang="en-US" noProof="0" dirty="0"/>
              <a:t>add image</a:t>
            </a:r>
          </a:p>
        </p:txBody>
      </p:sp>
      <p:sp>
        <p:nvSpPr>
          <p:cNvPr id="9" name="Line">
            <a:extLst>
              <a:ext uri="{FF2B5EF4-FFF2-40B4-BE49-F238E27FC236}">
                <a16:creationId xmlns:a16="http://schemas.microsoft.com/office/drawing/2014/main" id="{D992D648-3627-412C-BFC5-61E2EDD8EB33}"/>
              </a:ext>
            </a:extLst>
          </p:cNvPr>
          <p:cNvSpPr/>
          <p:nvPr userDrawn="1"/>
        </p:nvSpPr>
        <p:spPr>
          <a:xfrm>
            <a:off x="-2" y="6786000"/>
            <a:ext cx="12192001" cy="7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noProof="0"/>
          </a:p>
        </p:txBody>
      </p:sp>
      <p:sp>
        <p:nvSpPr>
          <p:cNvPr id="6" name="Pagenumber">
            <a:extLst>
              <a:ext uri="{FF2B5EF4-FFF2-40B4-BE49-F238E27FC236}">
                <a16:creationId xmlns:a16="http://schemas.microsoft.com/office/drawing/2014/main" id="{C7B6EE6F-2C95-4631-9CB0-AC96B2FF3C2C}"/>
              </a:ext>
            </a:extLst>
          </p:cNvPr>
          <p:cNvSpPr>
            <a:spLocks noGrp="1"/>
          </p:cNvSpPr>
          <p:nvPr>
            <p:ph type="sldNum" sz="quarter" idx="12"/>
          </p:nvPr>
        </p:nvSpPr>
        <p:spPr/>
        <p:txBody>
          <a:bodyPr/>
          <a:lstStyle>
            <a:lvl1pPr rtl="0">
              <a:defRPr>
                <a:solidFill>
                  <a:schemeClr val="bg1"/>
                </a:solidFill>
              </a:defRPr>
            </a:lvl1pPr>
          </a:lstStyle>
          <a:p>
            <a:fld id="{0CE2C118-78B0-4948-9692-2E57815A59D4}" type="slidenum">
              <a:rPr lang="en-US" noProof="0" smtClean="0"/>
              <a:pPr/>
              <a:t>‹#›</a:t>
            </a:fld>
            <a:endParaRPr lang="en-US" noProof="0" dirty="0"/>
          </a:p>
        </p:txBody>
      </p:sp>
      <p:sp>
        <p:nvSpPr>
          <p:cNvPr id="5" name="Footer">
            <a:extLst>
              <a:ext uri="{FF2B5EF4-FFF2-40B4-BE49-F238E27FC236}">
                <a16:creationId xmlns:a16="http://schemas.microsoft.com/office/drawing/2014/main" id="{A72CC02F-999C-499D-82E0-F7E936452FF7}"/>
              </a:ext>
            </a:extLst>
          </p:cNvPr>
          <p:cNvSpPr>
            <a:spLocks noGrp="1"/>
          </p:cNvSpPr>
          <p:nvPr>
            <p:ph type="ftr" sz="quarter" idx="11"/>
          </p:nvPr>
        </p:nvSpPr>
        <p:spPr/>
        <p:txBody>
          <a:bodyPr/>
          <a:lstStyle>
            <a:lvl1pPr rtl="0">
              <a:defRPr>
                <a:solidFill>
                  <a:schemeClr val="bg1"/>
                </a:solidFill>
              </a:defRPr>
            </a:lvl1pPr>
          </a:lstStyle>
          <a:p>
            <a:r>
              <a:rPr lang="en-US" noProof="0"/>
              <a:t>YeJun Kim / SM JP INT</a:t>
            </a:r>
            <a:endParaRPr lang="en-US" noProof="0" dirty="0"/>
          </a:p>
        </p:txBody>
      </p:sp>
      <p:sp>
        <p:nvSpPr>
          <p:cNvPr id="4" name="Date">
            <a:extLst>
              <a:ext uri="{FF2B5EF4-FFF2-40B4-BE49-F238E27FC236}">
                <a16:creationId xmlns:a16="http://schemas.microsoft.com/office/drawing/2014/main" id="{413E1321-A8ED-4A8C-AF4A-45EE9BC37915}"/>
              </a:ext>
            </a:extLst>
          </p:cNvPr>
          <p:cNvSpPr>
            <a:spLocks noGrp="1"/>
          </p:cNvSpPr>
          <p:nvPr>
            <p:ph type="dt" sz="half" idx="10"/>
          </p:nvPr>
        </p:nvSpPr>
        <p:spPr/>
        <p:txBody>
          <a:bodyPr/>
          <a:lstStyle>
            <a:lvl1pPr rtl="0">
              <a:defRPr>
                <a:solidFill>
                  <a:schemeClr val="bg1"/>
                </a:solidFill>
              </a:defRPr>
            </a:lvl1pPr>
          </a:lstStyle>
          <a:p>
            <a:r>
              <a:rPr lang="de-DE" noProof="0"/>
              <a:t>2026-07-01</a:t>
            </a:r>
            <a:endParaRPr lang="en-US" noProof="0" dirty="0"/>
          </a:p>
        </p:txBody>
      </p:sp>
      <p:sp>
        <p:nvSpPr>
          <p:cNvPr id="14" name="Circle">
            <a:extLst>
              <a:ext uri="{FF2B5EF4-FFF2-40B4-BE49-F238E27FC236}">
                <a16:creationId xmlns:a16="http://schemas.microsoft.com/office/drawing/2014/main" id="{611B1CD4-2D16-4AED-B3F1-F093BFB57D3F}"/>
              </a:ext>
            </a:extLst>
          </p:cNvPr>
          <p:cNvSpPr>
            <a:spLocks noGrp="1"/>
          </p:cNvSpPr>
          <p:nvPr>
            <p:ph type="pic" sz="quarter" idx="14" hasCustomPrompt="1"/>
          </p:nvPr>
        </p:nvSpPr>
        <p:spPr>
          <a:xfrm>
            <a:off x="767408" y="1412776"/>
            <a:ext cx="4680000" cy="4680000"/>
          </a:xfrm>
          <a:prstGeom prst="ellipse">
            <a:avLst/>
          </a:prstGeom>
          <a:solidFill>
            <a:schemeClr val="accent1">
              <a:alpha val="80000"/>
            </a:schemeClr>
          </a:solidFill>
        </p:spPr>
        <p:txBody>
          <a:bodyPr anchor="b"/>
          <a:lstStyle>
            <a:lvl1pPr marL="0" indent="0" rtl="0">
              <a:buNone/>
              <a:defRPr>
                <a:solidFill>
                  <a:schemeClr val="accent1"/>
                </a:solidFill>
              </a:defRPr>
            </a:lvl1pPr>
          </a:lstStyle>
          <a:p>
            <a:r>
              <a:rPr lang="en-US" noProof="0" dirty="0"/>
              <a:t> </a:t>
            </a:r>
          </a:p>
        </p:txBody>
      </p:sp>
      <p:sp>
        <p:nvSpPr>
          <p:cNvPr id="2" name="Titel 1">
            <a:extLst>
              <a:ext uri="{FF2B5EF4-FFF2-40B4-BE49-F238E27FC236}">
                <a16:creationId xmlns:a16="http://schemas.microsoft.com/office/drawing/2014/main" id="{86D56DF5-E537-48ED-A812-F32E9A1D7A2D}"/>
              </a:ext>
            </a:extLst>
          </p:cNvPr>
          <p:cNvSpPr>
            <a:spLocks noGrp="1"/>
          </p:cNvSpPr>
          <p:nvPr>
            <p:ph type="title" hasCustomPrompt="1"/>
          </p:nvPr>
        </p:nvSpPr>
        <p:spPr>
          <a:xfrm>
            <a:off x="1490710" y="2877538"/>
            <a:ext cx="3197819" cy="1231106"/>
          </a:xfrm>
        </p:spPr>
        <p:txBody>
          <a:bodyPr vert="horz" wrap="square" anchor="t">
            <a:noAutofit/>
          </a:bodyPr>
          <a:lstStyle>
            <a:lvl1pPr rtl="0">
              <a:lnSpc>
                <a:spcPts val="3200"/>
              </a:lnSpc>
              <a:defRPr sz="3200" cap="all" baseline="0">
                <a:solidFill>
                  <a:schemeClr val="bg1"/>
                </a:solidFill>
              </a:defRPr>
            </a:lvl1pPr>
          </a:lstStyle>
          <a:p>
            <a:r>
              <a:rPr lang="en-US" noProof="0" dirty="0"/>
              <a:t>Highlighted</a:t>
            </a:r>
            <a:br>
              <a:rPr lang="en-US" noProof="0" dirty="0"/>
            </a:br>
            <a:r>
              <a:rPr lang="en-US" noProof="0" dirty="0"/>
              <a:t>sentence or</a:t>
            </a:r>
            <a:br>
              <a:rPr lang="en-US" noProof="0" dirty="0"/>
            </a:br>
            <a:r>
              <a:rPr lang="en-US" noProof="0" dirty="0"/>
              <a:t>statement</a:t>
            </a:r>
          </a:p>
        </p:txBody>
      </p:sp>
      <p:sp>
        <p:nvSpPr>
          <p:cNvPr id="24" name="CopyrightSlideMasterPT">
            <a:extLst>
              <a:ext uri="{FF2B5EF4-FFF2-40B4-BE49-F238E27FC236}">
                <a16:creationId xmlns:a16="http://schemas.microsoft.com/office/drawing/2014/main" id="{9A8ABF70-A518-47E4-84DF-256C33AF2074}"/>
              </a:ext>
            </a:extLst>
          </p:cNvPr>
          <p:cNvSpPr>
            <a:spLocks noGrp="1"/>
          </p:cNvSpPr>
          <p:nvPr>
            <p:ph type="body" sz="quarter" idx="16" hasCustomPrompt="1"/>
          </p:nvPr>
        </p:nvSpPr>
        <p:spPr>
          <a:xfrm>
            <a:off x="361927" y="6453000"/>
            <a:ext cx="5519760" cy="252000"/>
          </a:xfrm>
        </p:spPr>
        <p:txBody>
          <a:bodyPr vert="horz" lIns="0" tIns="0" rIns="0" bIns="0" rtlCol="0" anchor="b"/>
          <a:lstStyle>
            <a:lvl1pPr marL="0" indent="0">
              <a:buNone/>
              <a:defRPr lang="en-US" sz="1000" dirty="0" smtClean="0">
                <a:solidFill>
                  <a:schemeClr val="bg1"/>
                </a:solidFill>
              </a:defRPr>
            </a:lvl1pPr>
            <a:lvl2pPr>
              <a:defRPr lang="en-US" dirty="0" smtClean="0"/>
            </a:lvl2pPr>
            <a:lvl3pPr>
              <a:defRPr lang="en-US" dirty="0" smtClean="0"/>
            </a:lvl3pPr>
            <a:lvl4pPr>
              <a:defRPr lang="en-US" dirty="0" smtClean="0"/>
            </a:lvl4pPr>
            <a:lvl5pPr>
              <a:defRPr lang="de-AT" dirty="0"/>
            </a:lvl5pPr>
          </a:lstStyle>
          <a:p>
            <a:pPr marL="179388" lvl="0" indent="-179388" defTabSz="180000">
              <a:buClr>
                <a:schemeClr val="bg2"/>
              </a:buClr>
            </a:pPr>
            <a:r>
              <a:rPr lang="en-US"/>
              <a:t>Restricted © Primetals Technologies 2021-2026. All rights reserved.</a:t>
            </a:r>
            <a:endParaRPr lang="en-US" dirty="0"/>
          </a:p>
        </p:txBody>
      </p:sp>
    </p:spTree>
    <p:extLst>
      <p:ext uri="{BB962C8B-B14F-4D97-AF65-F5344CB8AC3E}">
        <p14:creationId xmlns:p14="http://schemas.microsoft.com/office/powerpoint/2010/main" val="328592411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Highlighted statement #2">
    <p:bg>
      <p:bgRef idx="1001">
        <a:schemeClr val="bg1"/>
      </p:bgRef>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07624A7E-6279-4D4D-8D40-520350168758}"/>
              </a:ext>
            </a:extLst>
          </p:cNvPr>
          <p:cNvGraphicFramePr>
            <a:graphicFrameLocks noChangeAspect="1"/>
          </p:cNvGraphicFramePr>
          <p:nvPr userDrawn="1">
            <p:custDataLst>
              <p:tags r:id="rId1"/>
            </p:custDataLst>
            <p:extLst>
              <p:ext uri="{D42A27DB-BD31-4B8C-83A1-F6EECF244321}">
                <p14:modId xmlns:p14="http://schemas.microsoft.com/office/powerpoint/2010/main" val="42759144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0" imgH="469" progId="TCLayout.ActiveDocument.1">
                  <p:embed/>
                </p:oleObj>
              </mc:Choice>
              <mc:Fallback>
                <p:oleObj name="think-cell Slide" r:id="rId3" imgW="470" imgH="469"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Pagenumber">
            <a:extLst>
              <a:ext uri="{FF2B5EF4-FFF2-40B4-BE49-F238E27FC236}">
                <a16:creationId xmlns:a16="http://schemas.microsoft.com/office/drawing/2014/main" id="{9415F646-42E2-45F1-B013-16C33110A556}"/>
              </a:ext>
            </a:extLst>
          </p:cNvPr>
          <p:cNvSpPr>
            <a:spLocks noGrp="1"/>
          </p:cNvSpPr>
          <p:nvPr>
            <p:ph type="sldNum" sz="quarter" idx="12"/>
          </p:nvPr>
        </p:nvSpPr>
        <p:spPr/>
        <p:txBody>
          <a:bodyPr/>
          <a:lstStyle>
            <a:lvl1pPr rtl="0">
              <a:defRPr/>
            </a:lvl1pPr>
          </a:lstStyle>
          <a:p>
            <a:fld id="{0CE2C118-78B0-4948-9692-2E57815A59D4}" type="slidenum">
              <a:rPr lang="en-US" noProof="0" smtClean="0"/>
              <a:pPr/>
              <a:t>‹#›</a:t>
            </a:fld>
            <a:endParaRPr lang="en-US" noProof="0" dirty="0"/>
          </a:p>
        </p:txBody>
      </p:sp>
      <p:sp>
        <p:nvSpPr>
          <p:cNvPr id="5" name="Footer">
            <a:extLst>
              <a:ext uri="{FF2B5EF4-FFF2-40B4-BE49-F238E27FC236}">
                <a16:creationId xmlns:a16="http://schemas.microsoft.com/office/drawing/2014/main" id="{61A0B39E-37BE-4385-8BDA-BB7943378EC3}"/>
              </a:ext>
            </a:extLst>
          </p:cNvPr>
          <p:cNvSpPr>
            <a:spLocks noGrp="1"/>
          </p:cNvSpPr>
          <p:nvPr>
            <p:ph type="ftr" sz="quarter" idx="11"/>
          </p:nvPr>
        </p:nvSpPr>
        <p:spPr/>
        <p:txBody>
          <a:bodyPr/>
          <a:lstStyle>
            <a:lvl1pPr rtl="0">
              <a:defRPr/>
            </a:lvl1pPr>
          </a:lstStyle>
          <a:p>
            <a:r>
              <a:rPr lang="en-US" noProof="0"/>
              <a:t>YeJun Kim / SM JP INT</a:t>
            </a:r>
          </a:p>
        </p:txBody>
      </p:sp>
      <p:sp>
        <p:nvSpPr>
          <p:cNvPr id="4" name="Date">
            <a:extLst>
              <a:ext uri="{FF2B5EF4-FFF2-40B4-BE49-F238E27FC236}">
                <a16:creationId xmlns:a16="http://schemas.microsoft.com/office/drawing/2014/main" id="{80DC0812-16D9-4AAA-9288-BBB8F9B0AA16}"/>
              </a:ext>
            </a:extLst>
          </p:cNvPr>
          <p:cNvSpPr>
            <a:spLocks noGrp="1"/>
          </p:cNvSpPr>
          <p:nvPr>
            <p:ph type="dt" sz="half" idx="10"/>
          </p:nvPr>
        </p:nvSpPr>
        <p:spPr/>
        <p:txBody>
          <a:bodyPr/>
          <a:lstStyle>
            <a:lvl1pPr rtl="0">
              <a:defRPr/>
            </a:lvl1pPr>
          </a:lstStyle>
          <a:p>
            <a:r>
              <a:rPr lang="de-DE" noProof="0"/>
              <a:t>2026-07-01</a:t>
            </a:r>
            <a:endParaRPr lang="en-US" noProof="0" dirty="0"/>
          </a:p>
        </p:txBody>
      </p:sp>
      <p:sp>
        <p:nvSpPr>
          <p:cNvPr id="9" name="Text 1">
            <a:extLst>
              <a:ext uri="{FF2B5EF4-FFF2-40B4-BE49-F238E27FC236}">
                <a16:creationId xmlns:a16="http://schemas.microsoft.com/office/drawing/2014/main" id="{8D7911BA-3427-4E6E-8FA5-ABDF43E38261}"/>
              </a:ext>
            </a:extLst>
          </p:cNvPr>
          <p:cNvSpPr>
            <a:spLocks noGrp="1"/>
          </p:cNvSpPr>
          <p:nvPr>
            <p:ph type="body" sz="quarter" idx="14" hasCustomPrompt="1"/>
          </p:nvPr>
        </p:nvSpPr>
        <p:spPr>
          <a:xfrm>
            <a:off x="360363" y="1800000"/>
            <a:ext cx="7549200" cy="4518000"/>
          </a:xfrm>
        </p:spPr>
        <p:txBody>
          <a:bodyPr/>
          <a:lstStyle>
            <a:lvl1pPr marL="0" indent="0" rtl="0">
              <a:lnSpc>
                <a:spcPts val="3700"/>
              </a:lnSpc>
              <a:buNone/>
              <a:defRPr sz="3600" cap="all" baseline="0">
                <a:solidFill>
                  <a:schemeClr val="accent1"/>
                </a:solidFill>
              </a:defRPr>
            </a:lvl1pPr>
          </a:lstStyle>
          <a:p>
            <a:pPr lvl="0"/>
            <a:r>
              <a:rPr lang="en-US" noProof="0" dirty="0"/>
              <a:t>A single highlighted Statement with a maximum length of five lines.</a:t>
            </a:r>
          </a:p>
        </p:txBody>
      </p:sp>
      <p:sp>
        <p:nvSpPr>
          <p:cNvPr id="8" name="Chapter">
            <a:extLst>
              <a:ext uri="{FF2B5EF4-FFF2-40B4-BE49-F238E27FC236}">
                <a16:creationId xmlns:a16="http://schemas.microsoft.com/office/drawing/2014/main" id="{C0AEF35E-AE0A-4B52-AFC6-676AA2D5BFC2}"/>
              </a:ext>
            </a:extLst>
          </p:cNvPr>
          <p:cNvSpPr>
            <a:spLocks noGrp="1"/>
          </p:cNvSpPr>
          <p:nvPr>
            <p:ph type="body" sz="quarter" idx="13" hasCustomPrompt="1"/>
          </p:nvPr>
        </p:nvSpPr>
        <p:spPr>
          <a:xfrm>
            <a:off x="360000" y="360000"/>
            <a:ext cx="7549200" cy="258763"/>
          </a:xfrm>
        </p:spPr>
        <p:txBody>
          <a:bodyPr/>
          <a:lstStyle>
            <a:lvl1pPr marL="0" indent="0" rtl="0">
              <a:buNone/>
              <a:defRPr sz="1200">
                <a:solidFill>
                  <a:schemeClr val="accent1"/>
                </a:solidFill>
              </a:defRPr>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noProof="0" dirty="0"/>
              <a:t>Chapter Title (no headline)</a:t>
            </a:r>
          </a:p>
        </p:txBody>
      </p:sp>
    </p:spTree>
    <p:extLst>
      <p:ext uri="{BB962C8B-B14F-4D97-AF65-F5344CB8AC3E}">
        <p14:creationId xmlns:p14="http://schemas.microsoft.com/office/powerpoint/2010/main" val="1885399051"/>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Highlighted statement #3">
    <p:bg>
      <p:bgRef idx="1001">
        <a:schemeClr val="bg1"/>
      </p:bgRef>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8B2BEABB-5BC5-4D8A-A453-8563786019A2}"/>
              </a:ext>
            </a:extLst>
          </p:cNvPr>
          <p:cNvGraphicFramePr>
            <a:graphicFrameLocks noChangeAspect="1"/>
          </p:cNvGraphicFramePr>
          <p:nvPr userDrawn="1">
            <p:custDataLst>
              <p:tags r:id="rId1"/>
            </p:custDataLst>
            <p:extLst>
              <p:ext uri="{D42A27DB-BD31-4B8C-83A1-F6EECF244321}">
                <p14:modId xmlns:p14="http://schemas.microsoft.com/office/powerpoint/2010/main" val="21143875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0" imgH="469" progId="TCLayout.ActiveDocument.1">
                  <p:embed/>
                </p:oleObj>
              </mc:Choice>
              <mc:Fallback>
                <p:oleObj name="think-cell Slide" r:id="rId3" imgW="470" imgH="469"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Pagenumber">
            <a:extLst>
              <a:ext uri="{FF2B5EF4-FFF2-40B4-BE49-F238E27FC236}">
                <a16:creationId xmlns:a16="http://schemas.microsoft.com/office/drawing/2014/main" id="{9415F646-42E2-45F1-B013-16C33110A556}"/>
              </a:ext>
            </a:extLst>
          </p:cNvPr>
          <p:cNvSpPr>
            <a:spLocks noGrp="1"/>
          </p:cNvSpPr>
          <p:nvPr>
            <p:ph type="sldNum" sz="quarter" idx="12"/>
          </p:nvPr>
        </p:nvSpPr>
        <p:spPr/>
        <p:txBody>
          <a:bodyPr/>
          <a:lstStyle>
            <a:lvl1pPr rtl="0">
              <a:defRPr/>
            </a:lvl1pPr>
          </a:lstStyle>
          <a:p>
            <a:fld id="{0CE2C118-78B0-4948-9692-2E57815A59D4}" type="slidenum">
              <a:rPr lang="en-US" noProof="0" smtClean="0"/>
              <a:pPr/>
              <a:t>‹#›</a:t>
            </a:fld>
            <a:endParaRPr lang="en-US" noProof="0" dirty="0"/>
          </a:p>
        </p:txBody>
      </p:sp>
      <p:sp>
        <p:nvSpPr>
          <p:cNvPr id="5" name="Footer">
            <a:extLst>
              <a:ext uri="{FF2B5EF4-FFF2-40B4-BE49-F238E27FC236}">
                <a16:creationId xmlns:a16="http://schemas.microsoft.com/office/drawing/2014/main" id="{61A0B39E-37BE-4385-8BDA-BB7943378EC3}"/>
              </a:ext>
            </a:extLst>
          </p:cNvPr>
          <p:cNvSpPr>
            <a:spLocks noGrp="1"/>
          </p:cNvSpPr>
          <p:nvPr>
            <p:ph type="ftr" sz="quarter" idx="11"/>
          </p:nvPr>
        </p:nvSpPr>
        <p:spPr/>
        <p:txBody>
          <a:bodyPr/>
          <a:lstStyle>
            <a:lvl1pPr rtl="0">
              <a:defRPr/>
            </a:lvl1pPr>
          </a:lstStyle>
          <a:p>
            <a:r>
              <a:rPr lang="en-US" noProof="0"/>
              <a:t>YeJun Kim / SM JP INT</a:t>
            </a:r>
          </a:p>
        </p:txBody>
      </p:sp>
      <p:sp>
        <p:nvSpPr>
          <p:cNvPr id="4" name="Date">
            <a:extLst>
              <a:ext uri="{FF2B5EF4-FFF2-40B4-BE49-F238E27FC236}">
                <a16:creationId xmlns:a16="http://schemas.microsoft.com/office/drawing/2014/main" id="{80DC0812-16D9-4AAA-9288-BBB8F9B0AA16}"/>
              </a:ext>
            </a:extLst>
          </p:cNvPr>
          <p:cNvSpPr>
            <a:spLocks noGrp="1"/>
          </p:cNvSpPr>
          <p:nvPr>
            <p:ph type="dt" sz="half" idx="10"/>
          </p:nvPr>
        </p:nvSpPr>
        <p:spPr/>
        <p:txBody>
          <a:bodyPr/>
          <a:lstStyle>
            <a:lvl1pPr rtl="0">
              <a:defRPr/>
            </a:lvl1pPr>
          </a:lstStyle>
          <a:p>
            <a:r>
              <a:rPr lang="de-DE" noProof="0"/>
              <a:t>2026-07-01</a:t>
            </a:r>
            <a:endParaRPr lang="en-US" noProof="0" dirty="0"/>
          </a:p>
        </p:txBody>
      </p:sp>
      <p:sp>
        <p:nvSpPr>
          <p:cNvPr id="9" name="Text 1">
            <a:extLst>
              <a:ext uri="{FF2B5EF4-FFF2-40B4-BE49-F238E27FC236}">
                <a16:creationId xmlns:a16="http://schemas.microsoft.com/office/drawing/2014/main" id="{8D7911BA-3427-4E6E-8FA5-ABDF43E38261}"/>
              </a:ext>
            </a:extLst>
          </p:cNvPr>
          <p:cNvSpPr>
            <a:spLocks noGrp="1"/>
          </p:cNvSpPr>
          <p:nvPr>
            <p:ph type="body" sz="quarter" idx="14" hasCustomPrompt="1"/>
          </p:nvPr>
        </p:nvSpPr>
        <p:spPr>
          <a:xfrm>
            <a:off x="360363" y="1800000"/>
            <a:ext cx="9510712" cy="4518000"/>
          </a:xfrm>
        </p:spPr>
        <p:txBody>
          <a:bodyPr/>
          <a:lstStyle>
            <a:lvl1pPr marL="0" indent="0" rtl="0">
              <a:lnSpc>
                <a:spcPts val="5400"/>
              </a:lnSpc>
              <a:buNone/>
              <a:defRPr sz="5400" cap="all" baseline="0">
                <a:solidFill>
                  <a:schemeClr val="accent1"/>
                </a:solidFill>
              </a:defRPr>
            </a:lvl1pPr>
          </a:lstStyle>
          <a:p>
            <a:pPr lvl="0"/>
            <a:r>
              <a:rPr lang="en-US" noProof="0" dirty="0"/>
              <a:t>A single highlighted Statement with a maximum length of four lines.</a:t>
            </a:r>
          </a:p>
        </p:txBody>
      </p:sp>
      <p:sp>
        <p:nvSpPr>
          <p:cNvPr id="8" name="Chapter">
            <a:extLst>
              <a:ext uri="{FF2B5EF4-FFF2-40B4-BE49-F238E27FC236}">
                <a16:creationId xmlns:a16="http://schemas.microsoft.com/office/drawing/2014/main" id="{C0AEF35E-AE0A-4B52-AFC6-676AA2D5BFC2}"/>
              </a:ext>
            </a:extLst>
          </p:cNvPr>
          <p:cNvSpPr>
            <a:spLocks noGrp="1"/>
          </p:cNvSpPr>
          <p:nvPr>
            <p:ph type="body" sz="quarter" idx="13" hasCustomPrompt="1"/>
          </p:nvPr>
        </p:nvSpPr>
        <p:spPr>
          <a:xfrm>
            <a:off x="360000" y="360000"/>
            <a:ext cx="7549200" cy="258763"/>
          </a:xfrm>
        </p:spPr>
        <p:txBody>
          <a:bodyPr/>
          <a:lstStyle>
            <a:lvl1pPr marL="0" indent="0" rtl="0">
              <a:buNone/>
              <a:defRPr sz="1200">
                <a:solidFill>
                  <a:schemeClr val="accent1"/>
                </a:solidFill>
              </a:defRPr>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noProof="0" dirty="0"/>
              <a:t>Chapter Title (no headline)</a:t>
            </a:r>
          </a:p>
        </p:txBody>
      </p:sp>
    </p:spTree>
    <p:extLst>
      <p:ext uri="{BB962C8B-B14F-4D97-AF65-F5344CB8AC3E}">
        <p14:creationId xmlns:p14="http://schemas.microsoft.com/office/powerpoint/2010/main" val="4173343524"/>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Highlighted content #1">
    <p:bg>
      <p:bgPr>
        <a:solidFill>
          <a:schemeClr val="accent1"/>
        </a:solidFill>
        <a:effectLst/>
      </p:bgPr>
    </p:bg>
    <p:spTree>
      <p:nvGrpSpPr>
        <p:cNvPr id="1" name=""/>
        <p:cNvGrpSpPr/>
        <p:nvPr/>
      </p:nvGrpSpPr>
      <p:grpSpPr>
        <a:xfrm>
          <a:off x="0" y="0"/>
          <a:ext cx="0" cy="0"/>
          <a:chOff x="0" y="0"/>
          <a:chExt cx="0" cy="0"/>
        </a:xfrm>
      </p:grpSpPr>
      <p:graphicFrame>
        <p:nvGraphicFramePr>
          <p:cNvPr id="11" name="Object 10" hidden="1">
            <a:extLst>
              <a:ext uri="{FF2B5EF4-FFF2-40B4-BE49-F238E27FC236}">
                <a16:creationId xmlns:a16="http://schemas.microsoft.com/office/drawing/2014/main" id="{EAD032BE-3926-4BB4-AE2D-34D156E6ACE4}"/>
              </a:ext>
            </a:extLst>
          </p:cNvPr>
          <p:cNvGraphicFramePr>
            <a:graphicFrameLocks noChangeAspect="1"/>
          </p:cNvGraphicFramePr>
          <p:nvPr userDrawn="1">
            <p:custDataLst>
              <p:tags r:id="rId1"/>
            </p:custDataLst>
            <p:extLst>
              <p:ext uri="{D42A27DB-BD31-4B8C-83A1-F6EECF244321}">
                <p14:modId xmlns:p14="http://schemas.microsoft.com/office/powerpoint/2010/main" val="32480377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0" imgH="469" progId="TCLayout.ActiveDocument.1">
                  <p:embed/>
                </p:oleObj>
              </mc:Choice>
              <mc:Fallback>
                <p:oleObj name="think-cell Slide" r:id="rId3" imgW="470" imgH="469"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Pagenumber">
            <a:extLst>
              <a:ext uri="{FF2B5EF4-FFF2-40B4-BE49-F238E27FC236}">
                <a16:creationId xmlns:a16="http://schemas.microsoft.com/office/drawing/2014/main" id="{9415F646-42E2-45F1-B013-16C33110A556}"/>
              </a:ext>
            </a:extLst>
          </p:cNvPr>
          <p:cNvSpPr>
            <a:spLocks noGrp="1"/>
          </p:cNvSpPr>
          <p:nvPr>
            <p:ph type="sldNum" sz="quarter" idx="12"/>
          </p:nvPr>
        </p:nvSpPr>
        <p:spPr/>
        <p:txBody>
          <a:bodyPr/>
          <a:lstStyle>
            <a:lvl1pPr rtl="0">
              <a:defRPr>
                <a:solidFill>
                  <a:schemeClr val="bg1"/>
                </a:solidFill>
              </a:defRPr>
            </a:lvl1pPr>
          </a:lstStyle>
          <a:p>
            <a:fld id="{0CE2C118-78B0-4948-9692-2E57815A59D4}" type="slidenum">
              <a:rPr lang="en-US" noProof="0" smtClean="0"/>
              <a:pPr/>
              <a:t>‹#›</a:t>
            </a:fld>
            <a:endParaRPr lang="en-US" noProof="0" dirty="0"/>
          </a:p>
        </p:txBody>
      </p:sp>
      <p:sp>
        <p:nvSpPr>
          <p:cNvPr id="5" name="Footer">
            <a:extLst>
              <a:ext uri="{FF2B5EF4-FFF2-40B4-BE49-F238E27FC236}">
                <a16:creationId xmlns:a16="http://schemas.microsoft.com/office/drawing/2014/main" id="{61A0B39E-37BE-4385-8BDA-BB7943378EC3}"/>
              </a:ext>
            </a:extLst>
          </p:cNvPr>
          <p:cNvSpPr>
            <a:spLocks noGrp="1"/>
          </p:cNvSpPr>
          <p:nvPr>
            <p:ph type="ftr" sz="quarter" idx="11"/>
          </p:nvPr>
        </p:nvSpPr>
        <p:spPr/>
        <p:txBody>
          <a:bodyPr/>
          <a:lstStyle>
            <a:lvl1pPr rtl="0">
              <a:defRPr>
                <a:solidFill>
                  <a:schemeClr val="bg1"/>
                </a:solidFill>
              </a:defRPr>
            </a:lvl1pPr>
          </a:lstStyle>
          <a:p>
            <a:r>
              <a:rPr lang="en-US" noProof="0"/>
              <a:t>YeJun Kim / SM JP INT</a:t>
            </a:r>
          </a:p>
        </p:txBody>
      </p:sp>
      <p:sp>
        <p:nvSpPr>
          <p:cNvPr id="4" name="Date">
            <a:extLst>
              <a:ext uri="{FF2B5EF4-FFF2-40B4-BE49-F238E27FC236}">
                <a16:creationId xmlns:a16="http://schemas.microsoft.com/office/drawing/2014/main" id="{80DC0812-16D9-4AAA-9288-BBB8F9B0AA16}"/>
              </a:ext>
            </a:extLst>
          </p:cNvPr>
          <p:cNvSpPr>
            <a:spLocks noGrp="1"/>
          </p:cNvSpPr>
          <p:nvPr>
            <p:ph type="dt" sz="half" idx="10"/>
          </p:nvPr>
        </p:nvSpPr>
        <p:spPr/>
        <p:txBody>
          <a:bodyPr/>
          <a:lstStyle>
            <a:lvl1pPr rtl="0">
              <a:defRPr>
                <a:solidFill>
                  <a:schemeClr val="bg1"/>
                </a:solidFill>
              </a:defRPr>
            </a:lvl1pPr>
          </a:lstStyle>
          <a:p>
            <a:r>
              <a:rPr lang="de-DE" noProof="0"/>
              <a:t>2026-07-01</a:t>
            </a:r>
            <a:endParaRPr lang="en-US" noProof="0" dirty="0"/>
          </a:p>
        </p:txBody>
      </p:sp>
      <p:sp>
        <p:nvSpPr>
          <p:cNvPr id="3" name="Content 1">
            <a:extLst>
              <a:ext uri="{FF2B5EF4-FFF2-40B4-BE49-F238E27FC236}">
                <a16:creationId xmlns:a16="http://schemas.microsoft.com/office/drawing/2014/main" id="{0EEAC8B6-DD7A-43F1-97E4-FC4F39BDA5BB}"/>
              </a:ext>
            </a:extLst>
          </p:cNvPr>
          <p:cNvSpPr>
            <a:spLocks noGrp="1"/>
          </p:cNvSpPr>
          <p:nvPr>
            <p:ph idx="1" hasCustomPrompt="1"/>
          </p:nvPr>
        </p:nvSpPr>
        <p:spPr>
          <a:xfrm>
            <a:off x="360363" y="1800000"/>
            <a:ext cx="7553325" cy="4513262"/>
          </a:xfrm>
        </p:spPr>
        <p:txBody>
          <a:bodyPr/>
          <a:lstStyle>
            <a:lvl1pPr rtl="0">
              <a:buClr>
                <a:schemeClr val="bg1"/>
              </a:buClr>
              <a:defRPr>
                <a:solidFill>
                  <a:schemeClr val="bg1"/>
                </a:solidFill>
              </a:defRPr>
            </a:lvl1pPr>
            <a:lvl2pPr rtl="0">
              <a:buClr>
                <a:schemeClr val="bg1"/>
              </a:buClr>
              <a:defRPr>
                <a:solidFill>
                  <a:schemeClr val="bg1"/>
                </a:solidFill>
              </a:defRPr>
            </a:lvl2pPr>
            <a:lvl3pPr rtl="0">
              <a:buClr>
                <a:schemeClr val="bg1"/>
              </a:buClr>
              <a:defRPr>
                <a:solidFill>
                  <a:schemeClr val="bg1"/>
                </a:solidFill>
              </a:defRPr>
            </a:lvl3pPr>
            <a:lvl4pPr rtl="0">
              <a:buClr>
                <a:schemeClr val="bg1"/>
              </a:buClr>
              <a:defRPr>
                <a:solidFill>
                  <a:schemeClr val="bg1"/>
                </a:solidFill>
              </a:defRPr>
            </a:lvl4pPr>
            <a:lvl5pPr rtl="0">
              <a:buClr>
                <a:schemeClr val="bg1"/>
              </a:buClr>
              <a:defRPr>
                <a:solidFill>
                  <a:schemeClr val="bg1"/>
                </a:solidFill>
              </a:defRPr>
            </a:lvl5pPr>
          </a:lstStyle>
          <a:p>
            <a:pPr lvl="0"/>
            <a:r>
              <a:rPr lang="en-US" noProof="0" dirty="0" err="1"/>
              <a:t>Mastertextformat</a:t>
            </a:r>
            <a:r>
              <a:rPr lang="en-US" noProof="0" dirty="0"/>
              <a:t> </a:t>
            </a:r>
            <a:r>
              <a:rPr lang="en-US" noProof="0" dirty="0" err="1"/>
              <a:t>bearbeiten</a:t>
            </a:r>
            <a:endParaRPr lang="en-US" noProof="0" dirty="0"/>
          </a:p>
          <a:p>
            <a:pPr lvl="1"/>
            <a:r>
              <a:rPr lang="en-US" noProof="0" dirty="0" err="1"/>
              <a:t>Zweite</a:t>
            </a:r>
            <a:r>
              <a:rPr lang="en-US" noProof="0" dirty="0"/>
              <a:t> Ebene</a:t>
            </a:r>
          </a:p>
          <a:p>
            <a:pPr lvl="2"/>
            <a:r>
              <a:rPr lang="en-US" noProof="0" dirty="0" err="1"/>
              <a:t>Dritte</a:t>
            </a:r>
            <a:r>
              <a:rPr lang="en-US" noProof="0" dirty="0"/>
              <a:t> Ebene</a:t>
            </a:r>
          </a:p>
          <a:p>
            <a:pPr lvl="3"/>
            <a:r>
              <a:rPr lang="en-US" noProof="0" dirty="0" err="1"/>
              <a:t>Vierte</a:t>
            </a:r>
            <a:r>
              <a:rPr lang="en-US" noProof="0" dirty="0"/>
              <a:t> Ebene</a:t>
            </a:r>
          </a:p>
          <a:p>
            <a:pPr lvl="4"/>
            <a:r>
              <a:rPr lang="en-US" noProof="0" dirty="0" err="1"/>
              <a:t>Fünfte</a:t>
            </a:r>
            <a:r>
              <a:rPr lang="en-US" noProof="0" dirty="0"/>
              <a:t> Ebene</a:t>
            </a:r>
          </a:p>
        </p:txBody>
      </p:sp>
      <p:sp>
        <p:nvSpPr>
          <p:cNvPr id="2" name="Title 1">
            <a:extLst>
              <a:ext uri="{FF2B5EF4-FFF2-40B4-BE49-F238E27FC236}">
                <a16:creationId xmlns:a16="http://schemas.microsoft.com/office/drawing/2014/main" id="{9F1ED5DF-7377-4226-8985-9A5CEB05A5B7}"/>
              </a:ext>
            </a:extLst>
          </p:cNvPr>
          <p:cNvSpPr>
            <a:spLocks noGrp="1"/>
          </p:cNvSpPr>
          <p:nvPr>
            <p:ph type="title" hasCustomPrompt="1"/>
          </p:nvPr>
        </p:nvSpPr>
        <p:spPr>
          <a:xfrm>
            <a:off x="360000" y="900000"/>
            <a:ext cx="7542000" cy="720000"/>
          </a:xfrm>
        </p:spPr>
        <p:txBody>
          <a:bodyPr vert="horz"/>
          <a:lstStyle>
            <a:lvl1pPr rtl="0">
              <a:defRPr>
                <a:solidFill>
                  <a:schemeClr val="bg1"/>
                </a:solidFill>
              </a:defRPr>
            </a:lvl1pPr>
          </a:lstStyle>
          <a:p>
            <a:r>
              <a:rPr lang="en-US" dirty="0"/>
              <a:t>Headline of the Slide with a Maximum Length of Two Lines</a:t>
            </a:r>
            <a:endParaRPr lang="en-US" noProof="0" dirty="0"/>
          </a:p>
        </p:txBody>
      </p:sp>
      <p:pic>
        <p:nvPicPr>
          <p:cNvPr id="9" name="Logo">
            <a:extLst>
              <a:ext uri="{FF2B5EF4-FFF2-40B4-BE49-F238E27FC236}">
                <a16:creationId xmlns:a16="http://schemas.microsoft.com/office/drawing/2014/main" id="{56F32716-C5FF-4442-B841-5F33B809169F}"/>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10157606" y="320400"/>
            <a:ext cx="1673997" cy="424119"/>
          </a:xfrm>
          <a:prstGeom prst="rect">
            <a:avLst/>
          </a:prstGeom>
        </p:spPr>
      </p:pic>
      <p:sp>
        <p:nvSpPr>
          <p:cNvPr id="8" name="Chapter">
            <a:extLst>
              <a:ext uri="{FF2B5EF4-FFF2-40B4-BE49-F238E27FC236}">
                <a16:creationId xmlns:a16="http://schemas.microsoft.com/office/drawing/2014/main" id="{C0AEF35E-AE0A-4B52-AFC6-676AA2D5BFC2}"/>
              </a:ext>
            </a:extLst>
          </p:cNvPr>
          <p:cNvSpPr>
            <a:spLocks noGrp="1"/>
          </p:cNvSpPr>
          <p:nvPr>
            <p:ph type="body" sz="quarter" idx="13" hasCustomPrompt="1"/>
          </p:nvPr>
        </p:nvSpPr>
        <p:spPr>
          <a:xfrm>
            <a:off x="360000" y="360000"/>
            <a:ext cx="7558088" cy="258763"/>
          </a:xfrm>
        </p:spPr>
        <p:txBody>
          <a:bodyPr/>
          <a:lstStyle>
            <a:lvl1pPr marL="0" indent="0" rtl="0">
              <a:buNone/>
              <a:defRPr sz="1200">
                <a:solidFill>
                  <a:schemeClr val="bg1"/>
                </a:solidFill>
              </a:defRPr>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noProof="0" dirty="0"/>
              <a:t>Chapter Title (no headline)</a:t>
            </a:r>
          </a:p>
        </p:txBody>
      </p:sp>
      <p:sp>
        <p:nvSpPr>
          <p:cNvPr id="10" name="CopyrightSlideMasterPT">
            <a:extLst>
              <a:ext uri="{FF2B5EF4-FFF2-40B4-BE49-F238E27FC236}">
                <a16:creationId xmlns:a16="http://schemas.microsoft.com/office/drawing/2014/main" id="{6BAE4CE9-10E0-4EA3-B5BE-3036B5B90537}"/>
              </a:ext>
            </a:extLst>
          </p:cNvPr>
          <p:cNvSpPr txBox="1"/>
          <p:nvPr userDrawn="1"/>
        </p:nvSpPr>
        <p:spPr>
          <a:xfrm>
            <a:off x="360000" y="6453000"/>
            <a:ext cx="5588363" cy="252000"/>
          </a:xfrm>
          <a:prstGeom prst="rect">
            <a:avLst/>
          </a:prstGeom>
        </p:spPr>
        <p:txBody>
          <a:bodyPr vert="horz" wrap="square" lIns="0" tIns="0" rIns="0" bIns="0" rtlCol="0" anchor="b">
            <a:noAutofit/>
          </a:bodyPr>
          <a:lstStyle/>
          <a:p>
            <a:pPr marL="0" marR="0" lvl="0" indent="0" algn="l" defTabSz="180000" rtl="0" eaLnBrk="1" fontAlgn="auto" latinLnBrk="0" hangingPunct="1">
              <a:lnSpc>
                <a:spcPct val="100000"/>
              </a:lnSpc>
              <a:spcBef>
                <a:spcPts val="600"/>
              </a:spcBef>
              <a:spcAft>
                <a:spcPts val="0"/>
              </a:spcAft>
              <a:buClr>
                <a:schemeClr val="accent1"/>
              </a:buClr>
              <a:buSzTx/>
              <a:buFont typeface="Arial" panose="020B0604020202020204" pitchFamily="34" charset="0"/>
              <a:buNone/>
              <a:tabLst/>
              <a:defRPr/>
            </a:pPr>
            <a:r>
              <a:rPr lang="en-US" sz="1000" noProof="0">
                <a:solidFill>
                  <a:schemeClr val="bg1"/>
                </a:solidFill>
                <a:effectLst/>
                <a:latin typeface="+mj-lt"/>
                <a:ea typeface="Times New Roman" panose="02020603050405020304" pitchFamily="18" charset="0"/>
                <a:cs typeface="Times New Roman" panose="02020603050405020304" pitchFamily="18" charset="0"/>
              </a:rPr>
              <a:t>Restricted © Primetals Technologies 2021-2026. All rights reserved.</a:t>
            </a:r>
            <a:endParaRPr lang="en-US" sz="1000" noProof="0" dirty="0">
              <a:solidFill>
                <a:schemeClr val="bg1"/>
              </a:solidFill>
              <a:effectLst/>
              <a:latin typeface="+mj-lt"/>
              <a:ea typeface="Times New Roman" panose="02020603050405020304" pitchFamily="18" charset="0"/>
              <a:cs typeface="Times New Roman" panose="02020603050405020304" pitchFamily="18" charset="0"/>
            </a:endParaRPr>
          </a:p>
        </p:txBody>
      </p:sp>
      <p:pic>
        <p:nvPicPr>
          <p:cNvPr id="7" name="LogoConcast" descr="Ein Bild, das Text, Visitenkarte, Screenshot, Schrift enthält.&#10;&#10;Automatisch generierte Beschreibung" hidden="1">
            <a:extLst>
              <a:ext uri="{FF2B5EF4-FFF2-40B4-BE49-F238E27FC236}">
                <a16:creationId xmlns:a16="http://schemas.microsoft.com/office/drawing/2014/main" id="{92753FE6-ADE3-A220-88C0-504BAD36058A}"/>
              </a:ext>
            </a:extLst>
          </p:cNvPr>
          <p:cNvPicPr>
            <a:picLocks noChangeAspect="1"/>
          </p:cNvPicPr>
          <p:nvPr userDrawn="1"/>
        </p:nvPicPr>
        <p:blipFill>
          <a:blip r:embed="rId6">
            <a:extLst>
              <a:ext uri="{28A0092B-C50C-407E-A947-70E740481C1C}">
                <a14:useLocalDpi xmlns:a14="http://schemas.microsoft.com/office/drawing/2010/main" val="0"/>
              </a:ext>
            </a:extLst>
          </a:blip>
          <a:srcRect l="5722" t="42583" r="7300" b="42289"/>
          <a:stretch/>
        </p:blipFill>
        <p:spPr>
          <a:xfrm>
            <a:off x="10157637" y="386069"/>
            <a:ext cx="1674000" cy="291130"/>
          </a:xfrm>
          <a:prstGeom prst="rect">
            <a:avLst/>
          </a:prstGeom>
        </p:spPr>
      </p:pic>
    </p:spTree>
    <p:extLst>
      <p:ext uri="{BB962C8B-B14F-4D97-AF65-F5344CB8AC3E}">
        <p14:creationId xmlns:p14="http://schemas.microsoft.com/office/powerpoint/2010/main" val="2935876432"/>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Highlighted content #2">
    <p:bg>
      <p:bgPr>
        <a:solidFill>
          <a:schemeClr val="tx1"/>
        </a:solidFill>
        <a:effectLst/>
      </p:bgPr>
    </p:bg>
    <p:spTree>
      <p:nvGrpSpPr>
        <p:cNvPr id="1" name=""/>
        <p:cNvGrpSpPr/>
        <p:nvPr/>
      </p:nvGrpSpPr>
      <p:grpSpPr>
        <a:xfrm>
          <a:off x="0" y="0"/>
          <a:ext cx="0" cy="0"/>
          <a:chOff x="0" y="0"/>
          <a:chExt cx="0" cy="0"/>
        </a:xfrm>
      </p:grpSpPr>
      <p:graphicFrame>
        <p:nvGraphicFramePr>
          <p:cNvPr id="11" name="Object 10" hidden="1">
            <a:extLst>
              <a:ext uri="{FF2B5EF4-FFF2-40B4-BE49-F238E27FC236}">
                <a16:creationId xmlns:a16="http://schemas.microsoft.com/office/drawing/2014/main" id="{F64A000D-5A35-4A85-93A3-584163C1AD16}"/>
              </a:ext>
            </a:extLst>
          </p:cNvPr>
          <p:cNvGraphicFramePr>
            <a:graphicFrameLocks noChangeAspect="1"/>
          </p:cNvGraphicFramePr>
          <p:nvPr userDrawn="1">
            <p:custDataLst>
              <p:tags r:id="rId1"/>
            </p:custDataLst>
            <p:extLst>
              <p:ext uri="{D42A27DB-BD31-4B8C-83A1-F6EECF244321}">
                <p14:modId xmlns:p14="http://schemas.microsoft.com/office/powerpoint/2010/main" val="28365833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0" imgH="469" progId="TCLayout.ActiveDocument.1">
                  <p:embed/>
                </p:oleObj>
              </mc:Choice>
              <mc:Fallback>
                <p:oleObj name="think-cell Slide" r:id="rId3" imgW="470" imgH="469"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Pagenumber">
            <a:extLst>
              <a:ext uri="{FF2B5EF4-FFF2-40B4-BE49-F238E27FC236}">
                <a16:creationId xmlns:a16="http://schemas.microsoft.com/office/drawing/2014/main" id="{9415F646-42E2-45F1-B013-16C33110A556}"/>
              </a:ext>
            </a:extLst>
          </p:cNvPr>
          <p:cNvSpPr>
            <a:spLocks noGrp="1"/>
          </p:cNvSpPr>
          <p:nvPr>
            <p:ph type="sldNum" sz="quarter" idx="12"/>
          </p:nvPr>
        </p:nvSpPr>
        <p:spPr/>
        <p:txBody>
          <a:bodyPr/>
          <a:lstStyle>
            <a:lvl1pPr rtl="0">
              <a:defRPr>
                <a:solidFill>
                  <a:schemeClr val="bg1"/>
                </a:solidFill>
              </a:defRPr>
            </a:lvl1pPr>
          </a:lstStyle>
          <a:p>
            <a:fld id="{0CE2C118-78B0-4948-9692-2E57815A59D4}" type="slidenum">
              <a:rPr lang="en-US" noProof="0" smtClean="0"/>
              <a:pPr/>
              <a:t>‹#›</a:t>
            </a:fld>
            <a:endParaRPr lang="en-US" noProof="0" dirty="0"/>
          </a:p>
        </p:txBody>
      </p:sp>
      <p:sp>
        <p:nvSpPr>
          <p:cNvPr id="5" name="Footer">
            <a:extLst>
              <a:ext uri="{FF2B5EF4-FFF2-40B4-BE49-F238E27FC236}">
                <a16:creationId xmlns:a16="http://schemas.microsoft.com/office/drawing/2014/main" id="{61A0B39E-37BE-4385-8BDA-BB7943378EC3}"/>
              </a:ext>
            </a:extLst>
          </p:cNvPr>
          <p:cNvSpPr>
            <a:spLocks noGrp="1"/>
          </p:cNvSpPr>
          <p:nvPr>
            <p:ph type="ftr" sz="quarter" idx="11"/>
          </p:nvPr>
        </p:nvSpPr>
        <p:spPr/>
        <p:txBody>
          <a:bodyPr/>
          <a:lstStyle>
            <a:lvl1pPr rtl="0">
              <a:defRPr>
                <a:solidFill>
                  <a:schemeClr val="bg1"/>
                </a:solidFill>
              </a:defRPr>
            </a:lvl1pPr>
          </a:lstStyle>
          <a:p>
            <a:r>
              <a:rPr lang="en-US" noProof="0"/>
              <a:t>YeJun Kim / SM JP INT</a:t>
            </a:r>
          </a:p>
        </p:txBody>
      </p:sp>
      <p:sp>
        <p:nvSpPr>
          <p:cNvPr id="4" name="Date">
            <a:extLst>
              <a:ext uri="{FF2B5EF4-FFF2-40B4-BE49-F238E27FC236}">
                <a16:creationId xmlns:a16="http://schemas.microsoft.com/office/drawing/2014/main" id="{80DC0812-16D9-4AAA-9288-BBB8F9B0AA16}"/>
              </a:ext>
            </a:extLst>
          </p:cNvPr>
          <p:cNvSpPr>
            <a:spLocks noGrp="1"/>
          </p:cNvSpPr>
          <p:nvPr>
            <p:ph type="dt" sz="half" idx="10"/>
          </p:nvPr>
        </p:nvSpPr>
        <p:spPr/>
        <p:txBody>
          <a:bodyPr/>
          <a:lstStyle>
            <a:lvl1pPr rtl="0">
              <a:defRPr>
                <a:solidFill>
                  <a:schemeClr val="bg1"/>
                </a:solidFill>
              </a:defRPr>
            </a:lvl1pPr>
          </a:lstStyle>
          <a:p>
            <a:r>
              <a:rPr lang="de-DE" noProof="0"/>
              <a:t>2026-07-01</a:t>
            </a:r>
            <a:endParaRPr lang="en-US" noProof="0" dirty="0"/>
          </a:p>
        </p:txBody>
      </p:sp>
      <p:sp>
        <p:nvSpPr>
          <p:cNvPr id="3" name="Content 1">
            <a:extLst>
              <a:ext uri="{FF2B5EF4-FFF2-40B4-BE49-F238E27FC236}">
                <a16:creationId xmlns:a16="http://schemas.microsoft.com/office/drawing/2014/main" id="{0EEAC8B6-DD7A-43F1-97E4-FC4F39BDA5BB}"/>
              </a:ext>
            </a:extLst>
          </p:cNvPr>
          <p:cNvSpPr>
            <a:spLocks noGrp="1"/>
          </p:cNvSpPr>
          <p:nvPr>
            <p:ph idx="1" hasCustomPrompt="1"/>
          </p:nvPr>
        </p:nvSpPr>
        <p:spPr>
          <a:xfrm>
            <a:off x="360363" y="1800000"/>
            <a:ext cx="7549200" cy="4513262"/>
          </a:xfrm>
        </p:spPr>
        <p:txBody>
          <a:bodyPr/>
          <a:lstStyle>
            <a:lvl1pPr rtl="0">
              <a:buClr>
                <a:schemeClr val="bg1"/>
              </a:buClr>
              <a:defRPr>
                <a:solidFill>
                  <a:schemeClr val="bg1"/>
                </a:solidFill>
              </a:defRPr>
            </a:lvl1pPr>
            <a:lvl2pPr rtl="0">
              <a:buClr>
                <a:schemeClr val="bg1"/>
              </a:buClr>
              <a:defRPr>
                <a:solidFill>
                  <a:schemeClr val="bg1"/>
                </a:solidFill>
              </a:defRPr>
            </a:lvl2pPr>
            <a:lvl3pPr rtl="0">
              <a:buClr>
                <a:schemeClr val="bg1"/>
              </a:buClr>
              <a:defRPr>
                <a:solidFill>
                  <a:schemeClr val="bg1"/>
                </a:solidFill>
              </a:defRPr>
            </a:lvl3pPr>
            <a:lvl4pPr rtl="0">
              <a:buClr>
                <a:schemeClr val="bg1"/>
              </a:buClr>
              <a:defRPr>
                <a:solidFill>
                  <a:schemeClr val="bg1"/>
                </a:solidFill>
              </a:defRPr>
            </a:lvl4pPr>
            <a:lvl5pPr rtl="0">
              <a:buClr>
                <a:schemeClr val="bg1"/>
              </a:buClr>
              <a:defRPr>
                <a:solidFill>
                  <a:schemeClr val="bg1"/>
                </a:solidFill>
              </a:defRPr>
            </a:lvl5pPr>
          </a:lstStyle>
          <a:p>
            <a:pPr lvl="0"/>
            <a:r>
              <a:rPr lang="en-US" noProof="0" dirty="0" err="1"/>
              <a:t>Mastertextformat</a:t>
            </a:r>
            <a:r>
              <a:rPr lang="en-US" noProof="0" dirty="0"/>
              <a:t> </a:t>
            </a:r>
            <a:r>
              <a:rPr lang="en-US" noProof="0" dirty="0" err="1"/>
              <a:t>bearbeiten</a:t>
            </a:r>
            <a:endParaRPr lang="en-US" noProof="0" dirty="0"/>
          </a:p>
          <a:p>
            <a:pPr lvl="1"/>
            <a:r>
              <a:rPr lang="en-US" noProof="0" dirty="0" err="1"/>
              <a:t>Zweite</a:t>
            </a:r>
            <a:r>
              <a:rPr lang="en-US" noProof="0" dirty="0"/>
              <a:t> Ebene</a:t>
            </a:r>
          </a:p>
          <a:p>
            <a:pPr lvl="2"/>
            <a:r>
              <a:rPr lang="en-US" noProof="0" dirty="0" err="1"/>
              <a:t>Dritte</a:t>
            </a:r>
            <a:r>
              <a:rPr lang="en-US" noProof="0" dirty="0"/>
              <a:t> Ebene</a:t>
            </a:r>
          </a:p>
          <a:p>
            <a:pPr lvl="3"/>
            <a:r>
              <a:rPr lang="en-US" noProof="0" dirty="0" err="1"/>
              <a:t>Vierte</a:t>
            </a:r>
            <a:r>
              <a:rPr lang="en-US" noProof="0" dirty="0"/>
              <a:t> Ebene</a:t>
            </a:r>
          </a:p>
          <a:p>
            <a:pPr lvl="4"/>
            <a:r>
              <a:rPr lang="en-US" noProof="0" dirty="0" err="1"/>
              <a:t>Fünfte</a:t>
            </a:r>
            <a:r>
              <a:rPr lang="en-US" noProof="0" dirty="0"/>
              <a:t> Ebene</a:t>
            </a:r>
          </a:p>
        </p:txBody>
      </p:sp>
      <p:sp>
        <p:nvSpPr>
          <p:cNvPr id="2" name="Title 1">
            <a:extLst>
              <a:ext uri="{FF2B5EF4-FFF2-40B4-BE49-F238E27FC236}">
                <a16:creationId xmlns:a16="http://schemas.microsoft.com/office/drawing/2014/main" id="{9F1ED5DF-7377-4226-8985-9A5CEB05A5B7}"/>
              </a:ext>
            </a:extLst>
          </p:cNvPr>
          <p:cNvSpPr>
            <a:spLocks noGrp="1"/>
          </p:cNvSpPr>
          <p:nvPr>
            <p:ph type="title" hasCustomPrompt="1"/>
          </p:nvPr>
        </p:nvSpPr>
        <p:spPr>
          <a:xfrm>
            <a:off x="360000" y="900000"/>
            <a:ext cx="7549200" cy="720000"/>
          </a:xfrm>
        </p:spPr>
        <p:txBody>
          <a:bodyPr vert="horz"/>
          <a:lstStyle>
            <a:lvl1pPr rtl="0">
              <a:defRPr>
                <a:solidFill>
                  <a:schemeClr val="bg1"/>
                </a:solidFill>
              </a:defRPr>
            </a:lvl1pPr>
          </a:lstStyle>
          <a:p>
            <a:r>
              <a:rPr lang="en-US" dirty="0"/>
              <a:t>Headline of the Slide with a Maximum Length of Two Lines</a:t>
            </a:r>
            <a:endParaRPr lang="en-US" noProof="0" dirty="0"/>
          </a:p>
        </p:txBody>
      </p:sp>
      <p:pic>
        <p:nvPicPr>
          <p:cNvPr id="9" name="Logo">
            <a:extLst>
              <a:ext uri="{FF2B5EF4-FFF2-40B4-BE49-F238E27FC236}">
                <a16:creationId xmlns:a16="http://schemas.microsoft.com/office/drawing/2014/main" id="{56F32716-C5FF-4442-B841-5F33B809169F}"/>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10157606" y="320400"/>
            <a:ext cx="1673997" cy="424119"/>
          </a:xfrm>
          <a:prstGeom prst="rect">
            <a:avLst/>
          </a:prstGeom>
        </p:spPr>
      </p:pic>
      <p:sp>
        <p:nvSpPr>
          <p:cNvPr id="8" name="Chapter">
            <a:extLst>
              <a:ext uri="{FF2B5EF4-FFF2-40B4-BE49-F238E27FC236}">
                <a16:creationId xmlns:a16="http://schemas.microsoft.com/office/drawing/2014/main" id="{C0AEF35E-AE0A-4B52-AFC6-676AA2D5BFC2}"/>
              </a:ext>
            </a:extLst>
          </p:cNvPr>
          <p:cNvSpPr>
            <a:spLocks noGrp="1"/>
          </p:cNvSpPr>
          <p:nvPr>
            <p:ph type="body" sz="quarter" idx="13" hasCustomPrompt="1"/>
          </p:nvPr>
        </p:nvSpPr>
        <p:spPr>
          <a:xfrm>
            <a:off x="360000" y="360000"/>
            <a:ext cx="7558088" cy="258763"/>
          </a:xfrm>
        </p:spPr>
        <p:txBody>
          <a:bodyPr/>
          <a:lstStyle>
            <a:lvl1pPr marL="0" indent="0" rtl="0">
              <a:buNone/>
              <a:defRPr sz="1200">
                <a:solidFill>
                  <a:schemeClr val="bg1"/>
                </a:solidFill>
              </a:defRPr>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noProof="0" dirty="0"/>
              <a:t>Chapter Title (no headline)</a:t>
            </a:r>
          </a:p>
        </p:txBody>
      </p:sp>
      <p:sp>
        <p:nvSpPr>
          <p:cNvPr id="10" name="CopyrightSlideMasterPT">
            <a:extLst>
              <a:ext uri="{FF2B5EF4-FFF2-40B4-BE49-F238E27FC236}">
                <a16:creationId xmlns:a16="http://schemas.microsoft.com/office/drawing/2014/main" id="{8710FF46-E677-4E6C-BF0A-830960422999}"/>
              </a:ext>
            </a:extLst>
          </p:cNvPr>
          <p:cNvSpPr txBox="1"/>
          <p:nvPr userDrawn="1"/>
        </p:nvSpPr>
        <p:spPr>
          <a:xfrm>
            <a:off x="360000" y="6453000"/>
            <a:ext cx="5588363" cy="252000"/>
          </a:xfrm>
          <a:prstGeom prst="rect">
            <a:avLst/>
          </a:prstGeom>
        </p:spPr>
        <p:txBody>
          <a:bodyPr vert="horz" wrap="square" lIns="0" tIns="0" rIns="0" bIns="0" rtlCol="0" anchor="b">
            <a:noAutofit/>
          </a:bodyPr>
          <a:lstStyle/>
          <a:p>
            <a:pPr marL="0" marR="0" lvl="0" indent="0" algn="l" defTabSz="180000" rtl="0" eaLnBrk="1" fontAlgn="auto" latinLnBrk="0" hangingPunct="1">
              <a:lnSpc>
                <a:spcPct val="100000"/>
              </a:lnSpc>
              <a:spcBef>
                <a:spcPts val="600"/>
              </a:spcBef>
              <a:spcAft>
                <a:spcPts val="0"/>
              </a:spcAft>
              <a:buClr>
                <a:schemeClr val="accent1"/>
              </a:buClr>
              <a:buSzTx/>
              <a:buFont typeface="Arial" panose="020B0604020202020204" pitchFamily="34" charset="0"/>
              <a:buNone/>
              <a:tabLst/>
              <a:defRPr/>
            </a:pPr>
            <a:r>
              <a:rPr lang="en-US" sz="1000" noProof="0">
                <a:solidFill>
                  <a:schemeClr val="bg1"/>
                </a:solidFill>
                <a:effectLst/>
                <a:latin typeface="+mj-lt"/>
                <a:ea typeface="Times New Roman" panose="02020603050405020304" pitchFamily="18" charset="0"/>
                <a:cs typeface="Times New Roman" panose="02020603050405020304" pitchFamily="18" charset="0"/>
              </a:rPr>
              <a:t>Restricted © Primetals Technologies 2021-2026. All rights reserved.</a:t>
            </a:r>
            <a:endParaRPr lang="en-US" sz="1000" noProof="0" dirty="0">
              <a:solidFill>
                <a:schemeClr val="bg1"/>
              </a:solidFill>
              <a:effectLst/>
              <a:latin typeface="+mj-lt"/>
              <a:ea typeface="Times New Roman" panose="02020603050405020304" pitchFamily="18" charset="0"/>
              <a:cs typeface="Times New Roman" panose="02020603050405020304" pitchFamily="18" charset="0"/>
            </a:endParaRPr>
          </a:p>
        </p:txBody>
      </p:sp>
      <p:pic>
        <p:nvPicPr>
          <p:cNvPr id="12" name="LogoConcast" descr="Ein Bild, das Text, Visitenkarte, Screenshot, Schrift enthält.&#10;&#10;Automatisch generierte Beschreibung" hidden="1">
            <a:extLst>
              <a:ext uri="{FF2B5EF4-FFF2-40B4-BE49-F238E27FC236}">
                <a16:creationId xmlns:a16="http://schemas.microsoft.com/office/drawing/2014/main" id="{5906DDFB-AC6D-E504-51DC-B2193A8BC50B}"/>
              </a:ext>
            </a:extLst>
          </p:cNvPr>
          <p:cNvPicPr>
            <a:picLocks noChangeAspect="1"/>
          </p:cNvPicPr>
          <p:nvPr userDrawn="1"/>
        </p:nvPicPr>
        <p:blipFill>
          <a:blip r:embed="rId6">
            <a:extLst>
              <a:ext uri="{28A0092B-C50C-407E-A947-70E740481C1C}">
                <a14:useLocalDpi xmlns:a14="http://schemas.microsoft.com/office/drawing/2010/main" val="0"/>
              </a:ext>
            </a:extLst>
          </a:blip>
          <a:srcRect l="5722" t="42583" r="7300" b="42289"/>
          <a:stretch/>
        </p:blipFill>
        <p:spPr>
          <a:xfrm>
            <a:off x="10157637" y="386069"/>
            <a:ext cx="1674000" cy="291130"/>
          </a:xfrm>
          <a:prstGeom prst="rect">
            <a:avLst/>
          </a:prstGeom>
        </p:spPr>
      </p:pic>
    </p:spTree>
    <p:extLst>
      <p:ext uri="{BB962C8B-B14F-4D97-AF65-F5344CB8AC3E}">
        <p14:creationId xmlns:p14="http://schemas.microsoft.com/office/powerpoint/2010/main" val="3299022034"/>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References - one project">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E72DF550-3484-419A-BE2B-D9AA148A25D6}"/>
              </a:ext>
            </a:extLst>
          </p:cNvPr>
          <p:cNvGraphicFramePr>
            <a:graphicFrameLocks noChangeAspect="1"/>
          </p:cNvGraphicFramePr>
          <p:nvPr userDrawn="1">
            <p:custDataLst>
              <p:tags r:id="rId1"/>
            </p:custDataLst>
            <p:extLst>
              <p:ext uri="{D42A27DB-BD31-4B8C-83A1-F6EECF244321}">
                <p14:modId xmlns:p14="http://schemas.microsoft.com/office/powerpoint/2010/main" val="23482023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0" imgH="469" progId="TCLayout.ActiveDocument.1">
                  <p:embed/>
                </p:oleObj>
              </mc:Choice>
              <mc:Fallback>
                <p:oleObj name="think-cell Slide" r:id="rId3" imgW="470" imgH="469"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Pagenumber">
            <a:extLst>
              <a:ext uri="{FF2B5EF4-FFF2-40B4-BE49-F238E27FC236}">
                <a16:creationId xmlns:a16="http://schemas.microsoft.com/office/drawing/2014/main" id="{4F6E0ADB-8058-4652-8F48-21C8CF77EBA6}"/>
              </a:ext>
            </a:extLst>
          </p:cNvPr>
          <p:cNvSpPr>
            <a:spLocks noGrp="1"/>
          </p:cNvSpPr>
          <p:nvPr>
            <p:ph type="sldNum" sz="quarter" idx="12"/>
          </p:nvPr>
        </p:nvSpPr>
        <p:spPr/>
        <p:txBody>
          <a:bodyPr/>
          <a:lstStyle>
            <a:lvl1pPr rtl="0">
              <a:defRPr/>
            </a:lvl1pPr>
          </a:lstStyle>
          <a:p>
            <a:fld id="{0CE2C118-78B0-4948-9692-2E57815A59D4}" type="slidenum">
              <a:rPr lang="en-US" noProof="0" smtClean="0"/>
              <a:pPr/>
              <a:t>‹#›</a:t>
            </a:fld>
            <a:endParaRPr lang="en-US" noProof="0" dirty="0"/>
          </a:p>
        </p:txBody>
      </p:sp>
      <p:sp>
        <p:nvSpPr>
          <p:cNvPr id="6" name="Footer">
            <a:extLst>
              <a:ext uri="{FF2B5EF4-FFF2-40B4-BE49-F238E27FC236}">
                <a16:creationId xmlns:a16="http://schemas.microsoft.com/office/drawing/2014/main" id="{77B17D79-02A5-463C-A7F3-A92241A9CD16}"/>
              </a:ext>
            </a:extLst>
          </p:cNvPr>
          <p:cNvSpPr>
            <a:spLocks noGrp="1"/>
          </p:cNvSpPr>
          <p:nvPr>
            <p:ph type="ftr" sz="quarter" idx="11"/>
          </p:nvPr>
        </p:nvSpPr>
        <p:spPr/>
        <p:txBody>
          <a:bodyPr/>
          <a:lstStyle>
            <a:lvl1pPr rtl="0">
              <a:defRPr/>
            </a:lvl1pPr>
          </a:lstStyle>
          <a:p>
            <a:r>
              <a:rPr lang="en-US" noProof="0"/>
              <a:t>YeJun Kim / SM JP INT</a:t>
            </a:r>
          </a:p>
        </p:txBody>
      </p:sp>
      <p:sp>
        <p:nvSpPr>
          <p:cNvPr id="5" name="Date">
            <a:extLst>
              <a:ext uri="{FF2B5EF4-FFF2-40B4-BE49-F238E27FC236}">
                <a16:creationId xmlns:a16="http://schemas.microsoft.com/office/drawing/2014/main" id="{9FF4EC82-580C-4586-8F94-B52AC4B8F68F}"/>
              </a:ext>
            </a:extLst>
          </p:cNvPr>
          <p:cNvSpPr>
            <a:spLocks noGrp="1"/>
          </p:cNvSpPr>
          <p:nvPr>
            <p:ph type="dt" sz="half" idx="10"/>
          </p:nvPr>
        </p:nvSpPr>
        <p:spPr/>
        <p:txBody>
          <a:bodyPr/>
          <a:lstStyle>
            <a:lvl1pPr rtl="0">
              <a:defRPr/>
            </a:lvl1pPr>
          </a:lstStyle>
          <a:p>
            <a:r>
              <a:rPr lang="de-DE" noProof="0"/>
              <a:t>2026-07-01</a:t>
            </a:r>
            <a:endParaRPr lang="en-US" noProof="0" dirty="0"/>
          </a:p>
        </p:txBody>
      </p:sp>
      <p:sp>
        <p:nvSpPr>
          <p:cNvPr id="3" name="Content 1">
            <a:extLst>
              <a:ext uri="{FF2B5EF4-FFF2-40B4-BE49-F238E27FC236}">
                <a16:creationId xmlns:a16="http://schemas.microsoft.com/office/drawing/2014/main" id="{EAB99FF0-D2F6-49B1-8163-8F41F44BD37E}"/>
              </a:ext>
            </a:extLst>
          </p:cNvPr>
          <p:cNvSpPr>
            <a:spLocks noGrp="1"/>
          </p:cNvSpPr>
          <p:nvPr>
            <p:ph sz="half" idx="1" hasCustomPrompt="1"/>
          </p:nvPr>
        </p:nvSpPr>
        <p:spPr>
          <a:xfrm>
            <a:off x="8201025" y="1800250"/>
            <a:ext cx="3630611" cy="4518000"/>
          </a:xfrm>
        </p:spPr>
        <p:txBody>
          <a:bodyPr/>
          <a:lstStyle>
            <a:lvl1pPr rtl="0">
              <a:defRPr/>
            </a:lvl1pPr>
            <a:lvl2pPr rtl="0">
              <a:defRPr/>
            </a:lvl2pPr>
            <a:lvl3pPr rtl="0">
              <a:defRPr/>
            </a:lvl3pPr>
            <a:lvl4pPr rtl="0">
              <a:defRPr/>
            </a:lvl4pPr>
            <a:lvl5pPr rtl="0">
              <a:defRPr/>
            </a:lvl5pPr>
          </a:lstStyle>
          <a:p>
            <a:pPr lvl="0"/>
            <a:r>
              <a:rPr lang="en-US" noProof="0" dirty="0" err="1"/>
              <a:t>Mastertextformat</a:t>
            </a:r>
            <a:r>
              <a:rPr lang="en-US" noProof="0" dirty="0"/>
              <a:t> </a:t>
            </a:r>
            <a:r>
              <a:rPr lang="en-US" noProof="0" dirty="0" err="1"/>
              <a:t>bearbeiten</a:t>
            </a:r>
            <a:endParaRPr lang="en-US" noProof="0" dirty="0"/>
          </a:p>
          <a:p>
            <a:pPr lvl="1"/>
            <a:r>
              <a:rPr lang="en-US" noProof="0" dirty="0" err="1"/>
              <a:t>Zweite</a:t>
            </a:r>
            <a:r>
              <a:rPr lang="en-US" noProof="0" dirty="0"/>
              <a:t> Ebene</a:t>
            </a:r>
          </a:p>
          <a:p>
            <a:pPr lvl="2"/>
            <a:r>
              <a:rPr lang="en-US" noProof="0" dirty="0" err="1"/>
              <a:t>Dritte</a:t>
            </a:r>
            <a:r>
              <a:rPr lang="en-US" noProof="0" dirty="0"/>
              <a:t> Ebene</a:t>
            </a:r>
          </a:p>
          <a:p>
            <a:pPr lvl="3"/>
            <a:r>
              <a:rPr lang="en-US" noProof="0" dirty="0" err="1"/>
              <a:t>Vierte</a:t>
            </a:r>
            <a:r>
              <a:rPr lang="en-US" noProof="0" dirty="0"/>
              <a:t> Ebene</a:t>
            </a:r>
          </a:p>
          <a:p>
            <a:pPr lvl="4"/>
            <a:r>
              <a:rPr lang="en-US" noProof="0" dirty="0" err="1"/>
              <a:t>Fünfte</a:t>
            </a:r>
            <a:r>
              <a:rPr lang="en-US" noProof="0" dirty="0"/>
              <a:t> Ebene</a:t>
            </a:r>
          </a:p>
        </p:txBody>
      </p:sp>
      <p:sp>
        <p:nvSpPr>
          <p:cNvPr id="10" name="Image 1">
            <a:extLst>
              <a:ext uri="{FF2B5EF4-FFF2-40B4-BE49-F238E27FC236}">
                <a16:creationId xmlns:a16="http://schemas.microsoft.com/office/drawing/2014/main" id="{172A9D52-A6B4-4186-A652-2BF58B83EA64}"/>
              </a:ext>
            </a:extLst>
          </p:cNvPr>
          <p:cNvSpPr>
            <a:spLocks noGrp="1"/>
          </p:cNvSpPr>
          <p:nvPr>
            <p:ph type="pic" sz="quarter" idx="14" hasCustomPrompt="1"/>
          </p:nvPr>
        </p:nvSpPr>
        <p:spPr>
          <a:xfrm>
            <a:off x="360363" y="1798638"/>
            <a:ext cx="7553324" cy="4518000"/>
          </a:xfrm>
          <a:prstGeom prst="rect">
            <a:avLst/>
          </a:prstGeom>
          <a:solidFill>
            <a:srgbClr val="ECECED"/>
          </a:solidFill>
        </p:spPr>
        <p:txBody>
          <a:bodyPr anchor="ctr"/>
          <a:lstStyle>
            <a:lvl1pPr marL="0" indent="0" algn="ctr" rtl="0">
              <a:buNone/>
              <a:defRPr>
                <a:solidFill>
                  <a:schemeClr val="bg1"/>
                </a:solidFill>
              </a:defRPr>
            </a:lvl1pPr>
          </a:lstStyle>
          <a:p>
            <a:r>
              <a:rPr lang="en-US" noProof="0" dirty="0"/>
              <a:t>Click to add image</a:t>
            </a:r>
          </a:p>
        </p:txBody>
      </p:sp>
      <p:sp>
        <p:nvSpPr>
          <p:cNvPr id="2" name="Title 1">
            <a:extLst>
              <a:ext uri="{FF2B5EF4-FFF2-40B4-BE49-F238E27FC236}">
                <a16:creationId xmlns:a16="http://schemas.microsoft.com/office/drawing/2014/main" id="{5F9BD10A-C2D6-4AAB-81E0-AE2109049063}"/>
              </a:ext>
            </a:extLst>
          </p:cNvPr>
          <p:cNvSpPr>
            <a:spLocks noGrp="1"/>
          </p:cNvSpPr>
          <p:nvPr>
            <p:ph type="title" hasCustomPrompt="1"/>
          </p:nvPr>
        </p:nvSpPr>
        <p:spPr>
          <a:xfrm>
            <a:off x="360000" y="900000"/>
            <a:ext cx="11473200" cy="720000"/>
          </a:xfrm>
        </p:spPr>
        <p:txBody>
          <a:bodyPr vert="horz"/>
          <a:lstStyle>
            <a:lvl1pPr rtl="0">
              <a:defRPr/>
            </a:lvl1pPr>
          </a:lstStyle>
          <a:p>
            <a:r>
              <a:rPr lang="en-US" dirty="0"/>
              <a:t>Headline of the Slide with a Maximum Length of Two Lines</a:t>
            </a:r>
            <a:endParaRPr lang="en-US" noProof="0" dirty="0"/>
          </a:p>
        </p:txBody>
      </p:sp>
      <p:sp>
        <p:nvSpPr>
          <p:cNvPr id="8" name="Chapter">
            <a:extLst>
              <a:ext uri="{FF2B5EF4-FFF2-40B4-BE49-F238E27FC236}">
                <a16:creationId xmlns:a16="http://schemas.microsoft.com/office/drawing/2014/main" id="{9F511298-DC0E-4550-AEAA-AAE6E08F28B8}"/>
              </a:ext>
            </a:extLst>
          </p:cNvPr>
          <p:cNvSpPr>
            <a:spLocks noGrp="1"/>
          </p:cNvSpPr>
          <p:nvPr>
            <p:ph type="body" sz="quarter" idx="13" hasCustomPrompt="1"/>
          </p:nvPr>
        </p:nvSpPr>
        <p:spPr>
          <a:xfrm>
            <a:off x="360000" y="360000"/>
            <a:ext cx="7558088" cy="258763"/>
          </a:xfrm>
        </p:spPr>
        <p:txBody>
          <a:bodyPr/>
          <a:lstStyle>
            <a:lvl1pPr marL="0" indent="0" rtl="0">
              <a:buNone/>
              <a:defRPr sz="1200">
                <a:solidFill>
                  <a:schemeClr val="accent1"/>
                </a:solidFill>
              </a:defRPr>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noProof="0" dirty="0"/>
              <a:t>Chapter Title (no headline)</a:t>
            </a:r>
          </a:p>
        </p:txBody>
      </p:sp>
    </p:spTree>
    <p:extLst>
      <p:ext uri="{BB962C8B-B14F-4D97-AF65-F5344CB8AC3E}">
        <p14:creationId xmlns:p14="http://schemas.microsoft.com/office/powerpoint/2010/main" val="411585090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References - two projects">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39876FB-E370-476B-923C-1A576556E241}"/>
              </a:ext>
            </a:extLst>
          </p:cNvPr>
          <p:cNvGraphicFramePr>
            <a:graphicFrameLocks noChangeAspect="1"/>
          </p:cNvGraphicFramePr>
          <p:nvPr userDrawn="1">
            <p:custDataLst>
              <p:tags r:id="rId1"/>
            </p:custDataLst>
            <p:extLst>
              <p:ext uri="{D42A27DB-BD31-4B8C-83A1-F6EECF244321}">
                <p14:modId xmlns:p14="http://schemas.microsoft.com/office/powerpoint/2010/main" val="17288669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0" imgH="469" progId="TCLayout.ActiveDocument.1">
                  <p:embed/>
                </p:oleObj>
              </mc:Choice>
              <mc:Fallback>
                <p:oleObj name="think-cell Slide" r:id="rId3" imgW="470" imgH="469"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Pagenumber">
            <a:extLst>
              <a:ext uri="{FF2B5EF4-FFF2-40B4-BE49-F238E27FC236}">
                <a16:creationId xmlns:a16="http://schemas.microsoft.com/office/drawing/2014/main" id="{4F6E0ADB-8058-4652-8F48-21C8CF77EBA6}"/>
              </a:ext>
            </a:extLst>
          </p:cNvPr>
          <p:cNvSpPr>
            <a:spLocks noGrp="1"/>
          </p:cNvSpPr>
          <p:nvPr>
            <p:ph type="sldNum" sz="quarter" idx="12"/>
          </p:nvPr>
        </p:nvSpPr>
        <p:spPr/>
        <p:txBody>
          <a:bodyPr/>
          <a:lstStyle>
            <a:lvl1pPr rtl="0">
              <a:defRPr/>
            </a:lvl1pPr>
          </a:lstStyle>
          <a:p>
            <a:fld id="{0CE2C118-78B0-4948-9692-2E57815A59D4}" type="slidenum">
              <a:rPr lang="en-US" noProof="0" smtClean="0"/>
              <a:pPr/>
              <a:t>‹#›</a:t>
            </a:fld>
            <a:endParaRPr lang="en-US" noProof="0" dirty="0"/>
          </a:p>
        </p:txBody>
      </p:sp>
      <p:sp>
        <p:nvSpPr>
          <p:cNvPr id="6" name="Footer">
            <a:extLst>
              <a:ext uri="{FF2B5EF4-FFF2-40B4-BE49-F238E27FC236}">
                <a16:creationId xmlns:a16="http://schemas.microsoft.com/office/drawing/2014/main" id="{77B17D79-02A5-463C-A7F3-A92241A9CD16}"/>
              </a:ext>
            </a:extLst>
          </p:cNvPr>
          <p:cNvSpPr>
            <a:spLocks noGrp="1"/>
          </p:cNvSpPr>
          <p:nvPr>
            <p:ph type="ftr" sz="quarter" idx="11"/>
          </p:nvPr>
        </p:nvSpPr>
        <p:spPr/>
        <p:txBody>
          <a:bodyPr/>
          <a:lstStyle>
            <a:lvl1pPr rtl="0">
              <a:defRPr/>
            </a:lvl1pPr>
          </a:lstStyle>
          <a:p>
            <a:r>
              <a:rPr lang="en-US" noProof="0"/>
              <a:t>YeJun Kim / SM JP INT</a:t>
            </a:r>
          </a:p>
        </p:txBody>
      </p:sp>
      <p:sp>
        <p:nvSpPr>
          <p:cNvPr id="5" name="Date">
            <a:extLst>
              <a:ext uri="{FF2B5EF4-FFF2-40B4-BE49-F238E27FC236}">
                <a16:creationId xmlns:a16="http://schemas.microsoft.com/office/drawing/2014/main" id="{9FF4EC82-580C-4586-8F94-B52AC4B8F68F}"/>
              </a:ext>
            </a:extLst>
          </p:cNvPr>
          <p:cNvSpPr>
            <a:spLocks noGrp="1"/>
          </p:cNvSpPr>
          <p:nvPr>
            <p:ph type="dt" sz="half" idx="10"/>
          </p:nvPr>
        </p:nvSpPr>
        <p:spPr/>
        <p:txBody>
          <a:bodyPr/>
          <a:lstStyle>
            <a:lvl1pPr rtl="0">
              <a:defRPr/>
            </a:lvl1pPr>
          </a:lstStyle>
          <a:p>
            <a:r>
              <a:rPr lang="de-DE" noProof="0"/>
              <a:t>2026-07-01</a:t>
            </a:r>
            <a:endParaRPr lang="en-US" noProof="0" dirty="0"/>
          </a:p>
        </p:txBody>
      </p:sp>
      <p:sp>
        <p:nvSpPr>
          <p:cNvPr id="11" name="Content 2">
            <a:extLst>
              <a:ext uri="{FF2B5EF4-FFF2-40B4-BE49-F238E27FC236}">
                <a16:creationId xmlns:a16="http://schemas.microsoft.com/office/drawing/2014/main" id="{B3AF2AE7-740F-47B7-9E38-6A275836DBEB}"/>
              </a:ext>
            </a:extLst>
          </p:cNvPr>
          <p:cNvSpPr>
            <a:spLocks noGrp="1"/>
          </p:cNvSpPr>
          <p:nvPr>
            <p:ph sz="half" idx="15" hasCustomPrompt="1"/>
          </p:nvPr>
        </p:nvSpPr>
        <p:spPr>
          <a:xfrm>
            <a:off x="6258789" y="4314714"/>
            <a:ext cx="4741550" cy="2003536"/>
          </a:xfrm>
        </p:spPr>
        <p:txBody>
          <a:bodyPr/>
          <a:lstStyle>
            <a:lvl1pPr rtl="0">
              <a:defRPr/>
            </a:lvl1pPr>
            <a:lvl2pPr rtl="0">
              <a:defRPr/>
            </a:lvl2pPr>
            <a:lvl3pPr rtl="0">
              <a:defRPr/>
            </a:lvl3pPr>
            <a:lvl4pPr rtl="0">
              <a:defRPr/>
            </a:lvl4pPr>
            <a:lvl5pPr rtl="0">
              <a:defRPr/>
            </a:lvl5pPr>
          </a:lstStyle>
          <a:p>
            <a:pPr lvl="0"/>
            <a:r>
              <a:rPr lang="en-US" noProof="0" dirty="0" err="1"/>
              <a:t>Mastertextformat</a:t>
            </a:r>
            <a:r>
              <a:rPr lang="en-US" noProof="0" dirty="0"/>
              <a:t> </a:t>
            </a:r>
            <a:r>
              <a:rPr lang="en-US" noProof="0" dirty="0" err="1"/>
              <a:t>bearbeiten</a:t>
            </a:r>
            <a:endParaRPr lang="en-US" noProof="0" dirty="0"/>
          </a:p>
          <a:p>
            <a:pPr lvl="1"/>
            <a:r>
              <a:rPr lang="en-US" noProof="0" dirty="0" err="1"/>
              <a:t>Zweite</a:t>
            </a:r>
            <a:r>
              <a:rPr lang="en-US" noProof="0" dirty="0"/>
              <a:t> Ebene</a:t>
            </a:r>
          </a:p>
          <a:p>
            <a:pPr lvl="2"/>
            <a:r>
              <a:rPr lang="en-US" noProof="0" dirty="0" err="1"/>
              <a:t>Dritte</a:t>
            </a:r>
            <a:r>
              <a:rPr lang="en-US" noProof="0" dirty="0"/>
              <a:t> Ebene</a:t>
            </a:r>
          </a:p>
          <a:p>
            <a:pPr lvl="3"/>
            <a:r>
              <a:rPr lang="en-US" noProof="0" dirty="0" err="1"/>
              <a:t>Vierte</a:t>
            </a:r>
            <a:r>
              <a:rPr lang="en-US" noProof="0" dirty="0"/>
              <a:t> Ebene</a:t>
            </a:r>
          </a:p>
          <a:p>
            <a:pPr lvl="4"/>
            <a:r>
              <a:rPr lang="en-US" noProof="0" dirty="0" err="1"/>
              <a:t>Fünfte</a:t>
            </a:r>
            <a:r>
              <a:rPr lang="en-US" noProof="0" dirty="0"/>
              <a:t> Ebene</a:t>
            </a:r>
          </a:p>
        </p:txBody>
      </p:sp>
      <p:sp>
        <p:nvSpPr>
          <p:cNvPr id="12" name="Image 2">
            <a:extLst>
              <a:ext uri="{FF2B5EF4-FFF2-40B4-BE49-F238E27FC236}">
                <a16:creationId xmlns:a16="http://schemas.microsoft.com/office/drawing/2014/main" id="{BFF51ED0-09E6-449A-B6FB-B7CAB08A7FFF}"/>
              </a:ext>
            </a:extLst>
          </p:cNvPr>
          <p:cNvSpPr>
            <a:spLocks noGrp="1"/>
          </p:cNvSpPr>
          <p:nvPr>
            <p:ph type="pic" sz="quarter" idx="16" hasCustomPrompt="1"/>
          </p:nvPr>
        </p:nvSpPr>
        <p:spPr>
          <a:xfrm>
            <a:off x="6258789" y="1798638"/>
            <a:ext cx="4744800" cy="2372400"/>
          </a:xfrm>
          <a:prstGeom prst="rect">
            <a:avLst/>
          </a:prstGeom>
          <a:solidFill>
            <a:srgbClr val="ECECED"/>
          </a:solidFill>
        </p:spPr>
        <p:txBody>
          <a:bodyPr anchor="ctr"/>
          <a:lstStyle>
            <a:lvl1pPr marL="0" indent="0" algn="ctr" rtl="0">
              <a:buNone/>
              <a:defRPr>
                <a:solidFill>
                  <a:schemeClr val="bg1"/>
                </a:solidFill>
              </a:defRPr>
            </a:lvl1pPr>
          </a:lstStyle>
          <a:p>
            <a:r>
              <a:rPr lang="en-US" noProof="0" dirty="0"/>
              <a:t>Click to add image</a:t>
            </a:r>
          </a:p>
        </p:txBody>
      </p:sp>
      <p:cxnSp>
        <p:nvCxnSpPr>
          <p:cNvPr id="9" name="Vertical line 1">
            <a:extLst>
              <a:ext uri="{FF2B5EF4-FFF2-40B4-BE49-F238E27FC236}">
                <a16:creationId xmlns:a16="http://schemas.microsoft.com/office/drawing/2014/main" id="{8E57CEBF-C847-4B6A-8993-94ED4498E359}"/>
              </a:ext>
            </a:extLst>
          </p:cNvPr>
          <p:cNvCxnSpPr/>
          <p:nvPr userDrawn="1"/>
        </p:nvCxnSpPr>
        <p:spPr>
          <a:xfrm>
            <a:off x="5681976" y="1798638"/>
            <a:ext cx="0" cy="4510686"/>
          </a:xfrm>
          <a:prstGeom prst="line">
            <a:avLst/>
          </a:prstGeom>
          <a:ln>
            <a:solidFill>
              <a:srgbClr val="D0D0CE"/>
            </a:solidFill>
          </a:ln>
        </p:spPr>
        <p:style>
          <a:lnRef idx="1">
            <a:schemeClr val="accent1"/>
          </a:lnRef>
          <a:fillRef idx="0">
            <a:schemeClr val="accent1"/>
          </a:fillRef>
          <a:effectRef idx="0">
            <a:schemeClr val="accent1"/>
          </a:effectRef>
          <a:fontRef idx="minor">
            <a:schemeClr val="tx1"/>
          </a:fontRef>
        </p:style>
      </p:cxnSp>
      <p:sp>
        <p:nvSpPr>
          <p:cNvPr id="3" name="Content 1">
            <a:extLst>
              <a:ext uri="{FF2B5EF4-FFF2-40B4-BE49-F238E27FC236}">
                <a16:creationId xmlns:a16="http://schemas.microsoft.com/office/drawing/2014/main" id="{EAB99FF0-D2F6-49B1-8163-8F41F44BD37E}"/>
              </a:ext>
            </a:extLst>
          </p:cNvPr>
          <p:cNvSpPr>
            <a:spLocks noGrp="1"/>
          </p:cNvSpPr>
          <p:nvPr>
            <p:ph sz="half" idx="1" hasCustomPrompt="1"/>
          </p:nvPr>
        </p:nvSpPr>
        <p:spPr>
          <a:xfrm>
            <a:off x="363575" y="4316400"/>
            <a:ext cx="4741583" cy="1992924"/>
          </a:xfrm>
        </p:spPr>
        <p:txBody>
          <a:bodyPr/>
          <a:lstStyle>
            <a:lvl1pPr rtl="0">
              <a:defRPr/>
            </a:lvl1pPr>
            <a:lvl2pPr rtl="0">
              <a:defRPr/>
            </a:lvl2pPr>
            <a:lvl3pPr rtl="0">
              <a:defRPr/>
            </a:lvl3pPr>
            <a:lvl4pPr rtl="0">
              <a:defRPr/>
            </a:lvl4pPr>
            <a:lvl5pPr rtl="0">
              <a:defRPr/>
            </a:lvl5pPr>
          </a:lstStyle>
          <a:p>
            <a:pPr lvl="0"/>
            <a:r>
              <a:rPr lang="en-US" noProof="0" dirty="0" err="1"/>
              <a:t>Mastertextformat</a:t>
            </a:r>
            <a:r>
              <a:rPr lang="en-US" noProof="0" dirty="0"/>
              <a:t> </a:t>
            </a:r>
            <a:r>
              <a:rPr lang="en-US" noProof="0" dirty="0" err="1"/>
              <a:t>bearbeiten</a:t>
            </a:r>
            <a:endParaRPr lang="en-US" noProof="0" dirty="0"/>
          </a:p>
          <a:p>
            <a:pPr lvl="1"/>
            <a:r>
              <a:rPr lang="en-US" noProof="0" dirty="0" err="1"/>
              <a:t>Zweite</a:t>
            </a:r>
            <a:r>
              <a:rPr lang="en-US" noProof="0" dirty="0"/>
              <a:t> Ebene</a:t>
            </a:r>
          </a:p>
          <a:p>
            <a:pPr lvl="2"/>
            <a:r>
              <a:rPr lang="en-US" noProof="0" dirty="0" err="1"/>
              <a:t>Dritte</a:t>
            </a:r>
            <a:r>
              <a:rPr lang="en-US" noProof="0" dirty="0"/>
              <a:t> Ebene</a:t>
            </a:r>
          </a:p>
          <a:p>
            <a:pPr lvl="3"/>
            <a:r>
              <a:rPr lang="en-US" noProof="0" dirty="0" err="1"/>
              <a:t>Vierte</a:t>
            </a:r>
            <a:r>
              <a:rPr lang="en-US" noProof="0" dirty="0"/>
              <a:t> Ebene</a:t>
            </a:r>
          </a:p>
          <a:p>
            <a:pPr lvl="4"/>
            <a:r>
              <a:rPr lang="en-US" noProof="0" dirty="0" err="1"/>
              <a:t>Fünfte</a:t>
            </a:r>
            <a:r>
              <a:rPr lang="en-US" noProof="0" dirty="0"/>
              <a:t> Ebene</a:t>
            </a:r>
          </a:p>
        </p:txBody>
      </p:sp>
      <p:sp>
        <p:nvSpPr>
          <p:cNvPr id="10" name="Image 1">
            <a:extLst>
              <a:ext uri="{FF2B5EF4-FFF2-40B4-BE49-F238E27FC236}">
                <a16:creationId xmlns:a16="http://schemas.microsoft.com/office/drawing/2014/main" id="{172A9D52-A6B4-4186-A652-2BF58B83EA64}"/>
              </a:ext>
            </a:extLst>
          </p:cNvPr>
          <p:cNvSpPr>
            <a:spLocks noGrp="1"/>
          </p:cNvSpPr>
          <p:nvPr>
            <p:ph type="pic" sz="quarter" idx="14" hasCustomPrompt="1"/>
          </p:nvPr>
        </p:nvSpPr>
        <p:spPr>
          <a:xfrm>
            <a:off x="360363" y="1798638"/>
            <a:ext cx="4744800" cy="2372400"/>
          </a:xfrm>
          <a:prstGeom prst="rect">
            <a:avLst/>
          </a:prstGeom>
          <a:solidFill>
            <a:srgbClr val="ECECED"/>
          </a:solidFill>
        </p:spPr>
        <p:txBody>
          <a:bodyPr anchor="ctr"/>
          <a:lstStyle>
            <a:lvl1pPr marL="0" indent="0" algn="ctr" rtl="0">
              <a:buNone/>
              <a:defRPr>
                <a:solidFill>
                  <a:schemeClr val="bg1"/>
                </a:solidFill>
              </a:defRPr>
            </a:lvl1pPr>
          </a:lstStyle>
          <a:p>
            <a:r>
              <a:rPr lang="en-US" noProof="0" dirty="0"/>
              <a:t>Click to add image</a:t>
            </a:r>
          </a:p>
        </p:txBody>
      </p:sp>
      <p:sp>
        <p:nvSpPr>
          <p:cNvPr id="2" name="Title 1">
            <a:extLst>
              <a:ext uri="{FF2B5EF4-FFF2-40B4-BE49-F238E27FC236}">
                <a16:creationId xmlns:a16="http://schemas.microsoft.com/office/drawing/2014/main" id="{5F9BD10A-C2D6-4AAB-81E0-AE2109049063}"/>
              </a:ext>
            </a:extLst>
          </p:cNvPr>
          <p:cNvSpPr>
            <a:spLocks noGrp="1"/>
          </p:cNvSpPr>
          <p:nvPr>
            <p:ph type="title" hasCustomPrompt="1"/>
          </p:nvPr>
        </p:nvSpPr>
        <p:spPr>
          <a:xfrm>
            <a:off x="360000" y="900000"/>
            <a:ext cx="11473200" cy="720000"/>
          </a:xfrm>
        </p:spPr>
        <p:txBody>
          <a:bodyPr vert="horz"/>
          <a:lstStyle>
            <a:lvl1pPr rtl="0">
              <a:defRPr/>
            </a:lvl1pPr>
          </a:lstStyle>
          <a:p>
            <a:r>
              <a:rPr lang="en-US" dirty="0"/>
              <a:t>Headline of the Slide with a Maximum Length of Two Lines</a:t>
            </a:r>
            <a:endParaRPr lang="en-US" noProof="0" dirty="0"/>
          </a:p>
        </p:txBody>
      </p:sp>
      <p:sp>
        <p:nvSpPr>
          <p:cNvPr id="8" name="Chapter">
            <a:extLst>
              <a:ext uri="{FF2B5EF4-FFF2-40B4-BE49-F238E27FC236}">
                <a16:creationId xmlns:a16="http://schemas.microsoft.com/office/drawing/2014/main" id="{9F511298-DC0E-4550-AEAA-AAE6E08F28B8}"/>
              </a:ext>
            </a:extLst>
          </p:cNvPr>
          <p:cNvSpPr>
            <a:spLocks noGrp="1"/>
          </p:cNvSpPr>
          <p:nvPr>
            <p:ph type="body" sz="quarter" idx="13" hasCustomPrompt="1"/>
          </p:nvPr>
        </p:nvSpPr>
        <p:spPr>
          <a:xfrm>
            <a:off x="360000" y="360000"/>
            <a:ext cx="7558088" cy="258763"/>
          </a:xfrm>
        </p:spPr>
        <p:txBody>
          <a:bodyPr/>
          <a:lstStyle>
            <a:lvl1pPr marL="0" indent="0" rtl="0">
              <a:buNone/>
              <a:defRPr sz="1200">
                <a:solidFill>
                  <a:schemeClr val="accent1"/>
                </a:solidFill>
              </a:defRPr>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noProof="0" dirty="0"/>
              <a:t>Chapter Title (no headline)</a:t>
            </a:r>
          </a:p>
        </p:txBody>
      </p:sp>
    </p:spTree>
    <p:extLst>
      <p:ext uri="{BB962C8B-B14F-4D97-AF65-F5344CB8AC3E}">
        <p14:creationId xmlns:p14="http://schemas.microsoft.com/office/powerpoint/2010/main" val="138879633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References - three projects">
    <p:spTree>
      <p:nvGrpSpPr>
        <p:cNvPr id="1" name=""/>
        <p:cNvGrpSpPr/>
        <p:nvPr/>
      </p:nvGrpSpPr>
      <p:grpSpPr>
        <a:xfrm>
          <a:off x="0" y="0"/>
          <a:ext cx="0" cy="0"/>
          <a:chOff x="0" y="0"/>
          <a:chExt cx="0" cy="0"/>
        </a:xfrm>
      </p:grpSpPr>
      <p:graphicFrame>
        <p:nvGraphicFramePr>
          <p:cNvPr id="11" name="Object 10" hidden="1">
            <a:extLst>
              <a:ext uri="{FF2B5EF4-FFF2-40B4-BE49-F238E27FC236}">
                <a16:creationId xmlns:a16="http://schemas.microsoft.com/office/drawing/2014/main" id="{6E4A02F5-207B-417E-8736-33CC5A6B6BB0}"/>
              </a:ext>
            </a:extLst>
          </p:cNvPr>
          <p:cNvGraphicFramePr>
            <a:graphicFrameLocks noChangeAspect="1"/>
          </p:cNvGraphicFramePr>
          <p:nvPr userDrawn="1">
            <p:custDataLst>
              <p:tags r:id="rId1"/>
            </p:custDataLst>
            <p:extLst>
              <p:ext uri="{D42A27DB-BD31-4B8C-83A1-F6EECF244321}">
                <p14:modId xmlns:p14="http://schemas.microsoft.com/office/powerpoint/2010/main" val="20610169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0" imgH="469" progId="TCLayout.ActiveDocument.1">
                  <p:embed/>
                </p:oleObj>
              </mc:Choice>
              <mc:Fallback>
                <p:oleObj name="think-cell Slide" r:id="rId3" imgW="470" imgH="469"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Pagenumber">
            <a:extLst>
              <a:ext uri="{FF2B5EF4-FFF2-40B4-BE49-F238E27FC236}">
                <a16:creationId xmlns:a16="http://schemas.microsoft.com/office/drawing/2014/main" id="{4F6E0ADB-8058-4652-8F48-21C8CF77EBA6}"/>
              </a:ext>
            </a:extLst>
          </p:cNvPr>
          <p:cNvSpPr>
            <a:spLocks noGrp="1"/>
          </p:cNvSpPr>
          <p:nvPr>
            <p:ph type="sldNum" sz="quarter" idx="12"/>
          </p:nvPr>
        </p:nvSpPr>
        <p:spPr/>
        <p:txBody>
          <a:bodyPr/>
          <a:lstStyle>
            <a:lvl1pPr rtl="0">
              <a:defRPr/>
            </a:lvl1pPr>
          </a:lstStyle>
          <a:p>
            <a:fld id="{0CE2C118-78B0-4948-9692-2E57815A59D4}" type="slidenum">
              <a:rPr lang="en-US" noProof="0" smtClean="0"/>
              <a:pPr/>
              <a:t>‹#›</a:t>
            </a:fld>
            <a:endParaRPr lang="en-US" noProof="0" dirty="0"/>
          </a:p>
        </p:txBody>
      </p:sp>
      <p:sp>
        <p:nvSpPr>
          <p:cNvPr id="6" name="Footer">
            <a:extLst>
              <a:ext uri="{FF2B5EF4-FFF2-40B4-BE49-F238E27FC236}">
                <a16:creationId xmlns:a16="http://schemas.microsoft.com/office/drawing/2014/main" id="{77B17D79-02A5-463C-A7F3-A92241A9CD16}"/>
              </a:ext>
            </a:extLst>
          </p:cNvPr>
          <p:cNvSpPr>
            <a:spLocks noGrp="1"/>
          </p:cNvSpPr>
          <p:nvPr>
            <p:ph type="ftr" sz="quarter" idx="11"/>
          </p:nvPr>
        </p:nvSpPr>
        <p:spPr/>
        <p:txBody>
          <a:bodyPr/>
          <a:lstStyle>
            <a:lvl1pPr rtl="0">
              <a:defRPr/>
            </a:lvl1pPr>
          </a:lstStyle>
          <a:p>
            <a:r>
              <a:rPr lang="en-US" noProof="0"/>
              <a:t>YeJun Kim / SM JP INT</a:t>
            </a:r>
          </a:p>
        </p:txBody>
      </p:sp>
      <p:sp>
        <p:nvSpPr>
          <p:cNvPr id="5" name="Date">
            <a:extLst>
              <a:ext uri="{FF2B5EF4-FFF2-40B4-BE49-F238E27FC236}">
                <a16:creationId xmlns:a16="http://schemas.microsoft.com/office/drawing/2014/main" id="{9FF4EC82-580C-4586-8F94-B52AC4B8F68F}"/>
              </a:ext>
            </a:extLst>
          </p:cNvPr>
          <p:cNvSpPr>
            <a:spLocks noGrp="1"/>
          </p:cNvSpPr>
          <p:nvPr>
            <p:ph type="dt" sz="half" idx="10"/>
          </p:nvPr>
        </p:nvSpPr>
        <p:spPr/>
        <p:txBody>
          <a:bodyPr/>
          <a:lstStyle>
            <a:lvl1pPr rtl="0">
              <a:defRPr/>
            </a:lvl1pPr>
          </a:lstStyle>
          <a:p>
            <a:r>
              <a:rPr lang="de-DE" noProof="0"/>
              <a:t>2026-07-01</a:t>
            </a:r>
            <a:endParaRPr lang="en-US" noProof="0" dirty="0"/>
          </a:p>
        </p:txBody>
      </p:sp>
      <p:sp>
        <p:nvSpPr>
          <p:cNvPr id="15" name="Content 3">
            <a:extLst>
              <a:ext uri="{FF2B5EF4-FFF2-40B4-BE49-F238E27FC236}">
                <a16:creationId xmlns:a16="http://schemas.microsoft.com/office/drawing/2014/main" id="{7A7A58F8-BD3D-4D41-A051-3CA2BEE936CC}"/>
              </a:ext>
            </a:extLst>
          </p:cNvPr>
          <p:cNvSpPr>
            <a:spLocks noGrp="1"/>
          </p:cNvSpPr>
          <p:nvPr>
            <p:ph sz="half" idx="17" hasCustomPrompt="1"/>
          </p:nvPr>
        </p:nvSpPr>
        <p:spPr>
          <a:xfrm>
            <a:off x="8204238" y="3792038"/>
            <a:ext cx="3629186" cy="2523850"/>
          </a:xfrm>
        </p:spPr>
        <p:txBody>
          <a:bodyPr/>
          <a:lstStyle>
            <a:lvl1pPr rtl="0">
              <a:defRPr/>
            </a:lvl1pPr>
            <a:lvl2pPr rtl="0">
              <a:defRPr/>
            </a:lvl2pPr>
            <a:lvl3pPr rtl="0">
              <a:defRPr/>
            </a:lvl3pPr>
            <a:lvl4pPr rtl="0">
              <a:defRPr/>
            </a:lvl4pPr>
            <a:lvl5pPr rtl="0">
              <a:defRPr/>
            </a:lvl5pPr>
          </a:lstStyle>
          <a:p>
            <a:pPr lvl="0"/>
            <a:r>
              <a:rPr lang="en-US" noProof="0" dirty="0" err="1"/>
              <a:t>Mastertextformat</a:t>
            </a:r>
            <a:r>
              <a:rPr lang="en-US" noProof="0" dirty="0"/>
              <a:t> </a:t>
            </a:r>
            <a:r>
              <a:rPr lang="en-US" noProof="0" dirty="0" err="1"/>
              <a:t>bearbeiten</a:t>
            </a:r>
            <a:endParaRPr lang="en-US" noProof="0" dirty="0"/>
          </a:p>
          <a:p>
            <a:pPr lvl="1"/>
            <a:r>
              <a:rPr lang="en-US" noProof="0" dirty="0" err="1"/>
              <a:t>Zweite</a:t>
            </a:r>
            <a:r>
              <a:rPr lang="en-US" noProof="0" dirty="0"/>
              <a:t> Ebene</a:t>
            </a:r>
          </a:p>
          <a:p>
            <a:pPr lvl="2"/>
            <a:r>
              <a:rPr lang="en-US" noProof="0" dirty="0" err="1"/>
              <a:t>Dritte</a:t>
            </a:r>
            <a:r>
              <a:rPr lang="en-US" noProof="0" dirty="0"/>
              <a:t> Ebene</a:t>
            </a:r>
          </a:p>
          <a:p>
            <a:pPr lvl="3"/>
            <a:r>
              <a:rPr lang="en-US" noProof="0" dirty="0" err="1"/>
              <a:t>Vierte</a:t>
            </a:r>
            <a:r>
              <a:rPr lang="en-US" noProof="0" dirty="0"/>
              <a:t> Ebene</a:t>
            </a:r>
          </a:p>
          <a:p>
            <a:pPr lvl="4"/>
            <a:r>
              <a:rPr lang="en-US" noProof="0" dirty="0" err="1"/>
              <a:t>Fünfte</a:t>
            </a:r>
            <a:r>
              <a:rPr lang="en-US" noProof="0" dirty="0"/>
              <a:t> Ebene</a:t>
            </a:r>
          </a:p>
        </p:txBody>
      </p:sp>
      <p:sp>
        <p:nvSpPr>
          <p:cNvPr id="16" name="Image 3">
            <a:extLst>
              <a:ext uri="{FF2B5EF4-FFF2-40B4-BE49-F238E27FC236}">
                <a16:creationId xmlns:a16="http://schemas.microsoft.com/office/drawing/2014/main" id="{AA8B74D7-50CB-4CFB-9647-7008A5DC36CD}"/>
              </a:ext>
            </a:extLst>
          </p:cNvPr>
          <p:cNvSpPr>
            <a:spLocks noGrp="1"/>
          </p:cNvSpPr>
          <p:nvPr>
            <p:ph type="pic" sz="quarter" idx="18" hasCustomPrompt="1"/>
          </p:nvPr>
        </p:nvSpPr>
        <p:spPr>
          <a:xfrm>
            <a:off x="8201025" y="1796275"/>
            <a:ext cx="3632400" cy="1814400"/>
          </a:xfrm>
          <a:prstGeom prst="rect">
            <a:avLst/>
          </a:prstGeom>
          <a:solidFill>
            <a:srgbClr val="ECECED"/>
          </a:solidFill>
        </p:spPr>
        <p:txBody>
          <a:bodyPr anchor="ctr"/>
          <a:lstStyle>
            <a:lvl1pPr marL="0" indent="0" algn="ctr" rtl="0">
              <a:buNone/>
              <a:defRPr>
                <a:solidFill>
                  <a:schemeClr val="bg1"/>
                </a:solidFill>
              </a:defRPr>
            </a:lvl1pPr>
          </a:lstStyle>
          <a:p>
            <a:r>
              <a:rPr lang="en-US" noProof="0" dirty="0"/>
              <a:t>Click to add image</a:t>
            </a:r>
          </a:p>
        </p:txBody>
      </p:sp>
      <p:cxnSp>
        <p:nvCxnSpPr>
          <p:cNvPr id="17" name="Vertical line 2">
            <a:extLst>
              <a:ext uri="{FF2B5EF4-FFF2-40B4-BE49-F238E27FC236}">
                <a16:creationId xmlns:a16="http://schemas.microsoft.com/office/drawing/2014/main" id="{CBD9F5F3-E10D-486B-955F-53B4EDB3FD18}"/>
              </a:ext>
            </a:extLst>
          </p:cNvPr>
          <p:cNvCxnSpPr/>
          <p:nvPr userDrawn="1"/>
        </p:nvCxnSpPr>
        <p:spPr>
          <a:xfrm>
            <a:off x="8057060" y="1796275"/>
            <a:ext cx="0" cy="4510686"/>
          </a:xfrm>
          <a:prstGeom prst="line">
            <a:avLst/>
          </a:prstGeom>
          <a:ln>
            <a:solidFill>
              <a:srgbClr val="D0D0CE"/>
            </a:solidFill>
          </a:ln>
        </p:spPr>
        <p:style>
          <a:lnRef idx="1">
            <a:schemeClr val="accent1"/>
          </a:lnRef>
          <a:fillRef idx="0">
            <a:schemeClr val="accent1"/>
          </a:fillRef>
          <a:effectRef idx="0">
            <a:schemeClr val="accent1"/>
          </a:effectRef>
          <a:fontRef idx="minor">
            <a:schemeClr val="tx1"/>
          </a:fontRef>
        </p:style>
      </p:cxnSp>
      <p:sp>
        <p:nvSpPr>
          <p:cNvPr id="13" name="Content 2">
            <a:extLst>
              <a:ext uri="{FF2B5EF4-FFF2-40B4-BE49-F238E27FC236}">
                <a16:creationId xmlns:a16="http://schemas.microsoft.com/office/drawing/2014/main" id="{EAD7BF57-3E7A-4F09-8269-B15F19115425}"/>
              </a:ext>
            </a:extLst>
          </p:cNvPr>
          <p:cNvSpPr>
            <a:spLocks noGrp="1"/>
          </p:cNvSpPr>
          <p:nvPr>
            <p:ph sz="half" idx="15" hasCustomPrompt="1"/>
          </p:nvPr>
        </p:nvSpPr>
        <p:spPr>
          <a:xfrm>
            <a:off x="4278838" y="3802013"/>
            <a:ext cx="3629186" cy="2523850"/>
          </a:xfrm>
        </p:spPr>
        <p:txBody>
          <a:bodyPr/>
          <a:lstStyle>
            <a:lvl1pPr rtl="0">
              <a:defRPr/>
            </a:lvl1pPr>
            <a:lvl2pPr rtl="0">
              <a:defRPr/>
            </a:lvl2pPr>
            <a:lvl3pPr rtl="0">
              <a:defRPr/>
            </a:lvl3pPr>
            <a:lvl4pPr rtl="0">
              <a:defRPr/>
            </a:lvl4pPr>
            <a:lvl5pPr rtl="0">
              <a:defRPr/>
            </a:lvl5pPr>
          </a:lstStyle>
          <a:p>
            <a:pPr lvl="0"/>
            <a:r>
              <a:rPr lang="en-US" noProof="0" dirty="0" err="1"/>
              <a:t>Mastertextformat</a:t>
            </a:r>
            <a:r>
              <a:rPr lang="en-US" noProof="0" dirty="0"/>
              <a:t> </a:t>
            </a:r>
            <a:r>
              <a:rPr lang="en-US" noProof="0" dirty="0" err="1"/>
              <a:t>bearbeiten</a:t>
            </a:r>
            <a:endParaRPr lang="en-US" noProof="0" dirty="0"/>
          </a:p>
          <a:p>
            <a:pPr lvl="1"/>
            <a:r>
              <a:rPr lang="en-US" noProof="0" dirty="0" err="1"/>
              <a:t>Zweite</a:t>
            </a:r>
            <a:r>
              <a:rPr lang="en-US" noProof="0" dirty="0"/>
              <a:t> Ebene</a:t>
            </a:r>
          </a:p>
          <a:p>
            <a:pPr lvl="2"/>
            <a:r>
              <a:rPr lang="en-US" noProof="0" dirty="0" err="1"/>
              <a:t>Dritte</a:t>
            </a:r>
            <a:r>
              <a:rPr lang="en-US" noProof="0" dirty="0"/>
              <a:t> Ebene</a:t>
            </a:r>
          </a:p>
          <a:p>
            <a:pPr lvl="3"/>
            <a:r>
              <a:rPr lang="en-US" noProof="0" dirty="0" err="1"/>
              <a:t>Vierte</a:t>
            </a:r>
            <a:r>
              <a:rPr lang="en-US" noProof="0" dirty="0"/>
              <a:t> Ebene</a:t>
            </a:r>
          </a:p>
          <a:p>
            <a:pPr lvl="4"/>
            <a:r>
              <a:rPr lang="en-US" noProof="0" dirty="0" err="1"/>
              <a:t>Fünfte</a:t>
            </a:r>
            <a:r>
              <a:rPr lang="en-US" noProof="0" dirty="0"/>
              <a:t> Ebene</a:t>
            </a:r>
          </a:p>
        </p:txBody>
      </p:sp>
      <p:sp>
        <p:nvSpPr>
          <p:cNvPr id="14" name="Image 2">
            <a:extLst>
              <a:ext uri="{FF2B5EF4-FFF2-40B4-BE49-F238E27FC236}">
                <a16:creationId xmlns:a16="http://schemas.microsoft.com/office/drawing/2014/main" id="{D5CC66D2-1553-4014-9DB6-63547BFD76DF}"/>
              </a:ext>
            </a:extLst>
          </p:cNvPr>
          <p:cNvSpPr>
            <a:spLocks noGrp="1"/>
          </p:cNvSpPr>
          <p:nvPr>
            <p:ph type="pic" sz="quarter" idx="16" hasCustomPrompt="1"/>
          </p:nvPr>
        </p:nvSpPr>
        <p:spPr>
          <a:xfrm>
            <a:off x="4280694" y="1806250"/>
            <a:ext cx="3632400" cy="1814400"/>
          </a:xfrm>
          <a:prstGeom prst="rect">
            <a:avLst/>
          </a:prstGeom>
          <a:solidFill>
            <a:srgbClr val="ECECED"/>
          </a:solidFill>
        </p:spPr>
        <p:txBody>
          <a:bodyPr anchor="ctr"/>
          <a:lstStyle>
            <a:lvl1pPr marL="0" indent="0" algn="ctr" rtl="0">
              <a:buNone/>
              <a:defRPr>
                <a:solidFill>
                  <a:schemeClr val="bg1"/>
                </a:solidFill>
              </a:defRPr>
            </a:lvl1pPr>
          </a:lstStyle>
          <a:p>
            <a:r>
              <a:rPr lang="en-US" noProof="0" dirty="0"/>
              <a:t>Click to add image</a:t>
            </a:r>
          </a:p>
        </p:txBody>
      </p:sp>
      <p:cxnSp>
        <p:nvCxnSpPr>
          <p:cNvPr id="9" name="Vertical line 1">
            <a:extLst>
              <a:ext uri="{FF2B5EF4-FFF2-40B4-BE49-F238E27FC236}">
                <a16:creationId xmlns:a16="http://schemas.microsoft.com/office/drawing/2014/main" id="{8E57CEBF-C847-4B6A-8993-94ED4498E359}"/>
              </a:ext>
            </a:extLst>
          </p:cNvPr>
          <p:cNvCxnSpPr/>
          <p:nvPr userDrawn="1"/>
        </p:nvCxnSpPr>
        <p:spPr>
          <a:xfrm>
            <a:off x="4136728" y="1798638"/>
            <a:ext cx="0" cy="4510686"/>
          </a:xfrm>
          <a:prstGeom prst="line">
            <a:avLst/>
          </a:prstGeom>
          <a:ln>
            <a:solidFill>
              <a:srgbClr val="D0D0CE"/>
            </a:solidFill>
          </a:ln>
        </p:spPr>
        <p:style>
          <a:lnRef idx="1">
            <a:schemeClr val="accent1"/>
          </a:lnRef>
          <a:fillRef idx="0">
            <a:schemeClr val="accent1"/>
          </a:fillRef>
          <a:effectRef idx="0">
            <a:schemeClr val="accent1"/>
          </a:effectRef>
          <a:fontRef idx="minor">
            <a:schemeClr val="tx1"/>
          </a:fontRef>
        </p:style>
      </p:cxnSp>
      <p:sp>
        <p:nvSpPr>
          <p:cNvPr id="3" name="Content 1">
            <a:extLst>
              <a:ext uri="{FF2B5EF4-FFF2-40B4-BE49-F238E27FC236}">
                <a16:creationId xmlns:a16="http://schemas.microsoft.com/office/drawing/2014/main" id="{EAB99FF0-D2F6-49B1-8163-8F41F44BD37E}"/>
              </a:ext>
            </a:extLst>
          </p:cNvPr>
          <p:cNvSpPr>
            <a:spLocks noGrp="1"/>
          </p:cNvSpPr>
          <p:nvPr>
            <p:ph sz="half" idx="1" hasCustomPrompt="1"/>
          </p:nvPr>
        </p:nvSpPr>
        <p:spPr>
          <a:xfrm>
            <a:off x="363576" y="3794401"/>
            <a:ext cx="3629186" cy="2523850"/>
          </a:xfrm>
        </p:spPr>
        <p:txBody>
          <a:bodyPr/>
          <a:lstStyle>
            <a:lvl1pPr rtl="0">
              <a:defRPr/>
            </a:lvl1pPr>
            <a:lvl2pPr rtl="0">
              <a:defRPr/>
            </a:lvl2pPr>
            <a:lvl3pPr rtl="0">
              <a:defRPr/>
            </a:lvl3pPr>
            <a:lvl4pPr rtl="0">
              <a:defRPr/>
            </a:lvl4pPr>
            <a:lvl5pPr rtl="0">
              <a:defRPr/>
            </a:lvl5pPr>
          </a:lstStyle>
          <a:p>
            <a:pPr lvl="0"/>
            <a:r>
              <a:rPr lang="en-US" noProof="0" dirty="0" err="1"/>
              <a:t>Mastertextformat</a:t>
            </a:r>
            <a:r>
              <a:rPr lang="en-US" noProof="0" dirty="0"/>
              <a:t> </a:t>
            </a:r>
            <a:r>
              <a:rPr lang="en-US" noProof="0" dirty="0" err="1"/>
              <a:t>bearbeiten</a:t>
            </a:r>
            <a:endParaRPr lang="en-US" noProof="0" dirty="0"/>
          </a:p>
          <a:p>
            <a:pPr lvl="1"/>
            <a:r>
              <a:rPr lang="en-US" noProof="0" dirty="0" err="1"/>
              <a:t>Zweite</a:t>
            </a:r>
            <a:r>
              <a:rPr lang="en-US" noProof="0" dirty="0"/>
              <a:t> Ebene</a:t>
            </a:r>
          </a:p>
          <a:p>
            <a:pPr lvl="2"/>
            <a:r>
              <a:rPr lang="en-US" noProof="0" dirty="0" err="1"/>
              <a:t>Dritte</a:t>
            </a:r>
            <a:r>
              <a:rPr lang="en-US" noProof="0" dirty="0"/>
              <a:t> Ebene</a:t>
            </a:r>
          </a:p>
          <a:p>
            <a:pPr lvl="3"/>
            <a:r>
              <a:rPr lang="en-US" noProof="0" dirty="0" err="1"/>
              <a:t>Vierte</a:t>
            </a:r>
            <a:r>
              <a:rPr lang="en-US" noProof="0" dirty="0"/>
              <a:t> Ebene</a:t>
            </a:r>
          </a:p>
          <a:p>
            <a:pPr lvl="4"/>
            <a:r>
              <a:rPr lang="en-US" noProof="0" dirty="0" err="1"/>
              <a:t>Fünfte</a:t>
            </a:r>
            <a:r>
              <a:rPr lang="en-US" noProof="0" dirty="0"/>
              <a:t> Ebene</a:t>
            </a:r>
          </a:p>
        </p:txBody>
      </p:sp>
      <p:sp>
        <p:nvSpPr>
          <p:cNvPr id="10" name="Image 1">
            <a:extLst>
              <a:ext uri="{FF2B5EF4-FFF2-40B4-BE49-F238E27FC236}">
                <a16:creationId xmlns:a16="http://schemas.microsoft.com/office/drawing/2014/main" id="{172A9D52-A6B4-4186-A652-2BF58B83EA64}"/>
              </a:ext>
            </a:extLst>
          </p:cNvPr>
          <p:cNvSpPr>
            <a:spLocks noGrp="1"/>
          </p:cNvSpPr>
          <p:nvPr>
            <p:ph type="pic" sz="quarter" idx="14" hasCustomPrompt="1"/>
          </p:nvPr>
        </p:nvSpPr>
        <p:spPr>
          <a:xfrm>
            <a:off x="360363" y="1798638"/>
            <a:ext cx="3632400" cy="1814400"/>
          </a:xfrm>
          <a:prstGeom prst="rect">
            <a:avLst/>
          </a:prstGeom>
          <a:solidFill>
            <a:srgbClr val="ECECED"/>
          </a:solidFill>
        </p:spPr>
        <p:txBody>
          <a:bodyPr anchor="ctr"/>
          <a:lstStyle>
            <a:lvl1pPr marL="0" indent="0" algn="ctr" rtl="0">
              <a:buNone/>
              <a:defRPr>
                <a:solidFill>
                  <a:schemeClr val="bg1"/>
                </a:solidFill>
              </a:defRPr>
            </a:lvl1pPr>
          </a:lstStyle>
          <a:p>
            <a:r>
              <a:rPr lang="en-US" noProof="0" dirty="0"/>
              <a:t>Click to add image</a:t>
            </a:r>
          </a:p>
        </p:txBody>
      </p:sp>
      <p:sp>
        <p:nvSpPr>
          <p:cNvPr id="2" name="Title 1">
            <a:extLst>
              <a:ext uri="{FF2B5EF4-FFF2-40B4-BE49-F238E27FC236}">
                <a16:creationId xmlns:a16="http://schemas.microsoft.com/office/drawing/2014/main" id="{5F9BD10A-C2D6-4AAB-81E0-AE2109049063}"/>
              </a:ext>
            </a:extLst>
          </p:cNvPr>
          <p:cNvSpPr>
            <a:spLocks noGrp="1"/>
          </p:cNvSpPr>
          <p:nvPr>
            <p:ph type="title" hasCustomPrompt="1"/>
          </p:nvPr>
        </p:nvSpPr>
        <p:spPr>
          <a:xfrm>
            <a:off x="360000" y="900000"/>
            <a:ext cx="11473200" cy="720000"/>
          </a:xfrm>
        </p:spPr>
        <p:txBody>
          <a:bodyPr vert="horz"/>
          <a:lstStyle>
            <a:lvl1pPr rtl="0">
              <a:defRPr/>
            </a:lvl1pPr>
          </a:lstStyle>
          <a:p>
            <a:r>
              <a:rPr lang="en-US" dirty="0"/>
              <a:t>Headline of the Slide with a Maximum Length of Two Lines</a:t>
            </a:r>
            <a:endParaRPr lang="en-US" noProof="0" dirty="0"/>
          </a:p>
        </p:txBody>
      </p:sp>
      <p:sp>
        <p:nvSpPr>
          <p:cNvPr id="8" name="Chapter">
            <a:extLst>
              <a:ext uri="{FF2B5EF4-FFF2-40B4-BE49-F238E27FC236}">
                <a16:creationId xmlns:a16="http://schemas.microsoft.com/office/drawing/2014/main" id="{9F511298-DC0E-4550-AEAA-AAE6E08F28B8}"/>
              </a:ext>
            </a:extLst>
          </p:cNvPr>
          <p:cNvSpPr>
            <a:spLocks noGrp="1"/>
          </p:cNvSpPr>
          <p:nvPr>
            <p:ph type="body" sz="quarter" idx="13" hasCustomPrompt="1"/>
          </p:nvPr>
        </p:nvSpPr>
        <p:spPr>
          <a:xfrm>
            <a:off x="360000" y="360000"/>
            <a:ext cx="7558088" cy="258763"/>
          </a:xfrm>
        </p:spPr>
        <p:txBody>
          <a:bodyPr/>
          <a:lstStyle>
            <a:lvl1pPr marL="0" indent="0" rtl="0">
              <a:buNone/>
              <a:defRPr sz="1200">
                <a:solidFill>
                  <a:schemeClr val="accent1"/>
                </a:solidFill>
              </a:defRPr>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noProof="0" dirty="0"/>
              <a:t>Chapter Title (no headline)</a:t>
            </a:r>
          </a:p>
        </p:txBody>
      </p:sp>
    </p:spTree>
    <p:extLst>
      <p:ext uri="{BB962C8B-B14F-4D97-AF65-F5344CB8AC3E}">
        <p14:creationId xmlns:p14="http://schemas.microsoft.com/office/powerpoint/2010/main" val="376374097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References - four projects">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6C8E9258-0382-40D9-8812-41CE6FC29895}"/>
              </a:ext>
            </a:extLst>
          </p:cNvPr>
          <p:cNvGraphicFramePr>
            <a:graphicFrameLocks noChangeAspect="1"/>
          </p:cNvGraphicFramePr>
          <p:nvPr userDrawn="1">
            <p:custDataLst>
              <p:tags r:id="rId1"/>
            </p:custDataLst>
            <p:extLst>
              <p:ext uri="{D42A27DB-BD31-4B8C-83A1-F6EECF244321}">
                <p14:modId xmlns:p14="http://schemas.microsoft.com/office/powerpoint/2010/main" val="42879289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0" imgH="469" progId="TCLayout.ActiveDocument.1">
                  <p:embed/>
                </p:oleObj>
              </mc:Choice>
              <mc:Fallback>
                <p:oleObj name="think-cell Slide" r:id="rId3" imgW="470" imgH="469"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Pagenumber">
            <a:extLst>
              <a:ext uri="{FF2B5EF4-FFF2-40B4-BE49-F238E27FC236}">
                <a16:creationId xmlns:a16="http://schemas.microsoft.com/office/drawing/2014/main" id="{4F6E0ADB-8058-4652-8F48-21C8CF77EBA6}"/>
              </a:ext>
            </a:extLst>
          </p:cNvPr>
          <p:cNvSpPr>
            <a:spLocks noGrp="1"/>
          </p:cNvSpPr>
          <p:nvPr>
            <p:ph type="sldNum" sz="quarter" idx="12"/>
          </p:nvPr>
        </p:nvSpPr>
        <p:spPr/>
        <p:txBody>
          <a:bodyPr/>
          <a:lstStyle>
            <a:lvl1pPr rtl="0">
              <a:defRPr/>
            </a:lvl1pPr>
          </a:lstStyle>
          <a:p>
            <a:fld id="{0CE2C118-78B0-4948-9692-2E57815A59D4}" type="slidenum">
              <a:rPr lang="en-US" noProof="0" smtClean="0"/>
              <a:pPr/>
              <a:t>‹#›</a:t>
            </a:fld>
            <a:endParaRPr lang="en-US" noProof="0" dirty="0"/>
          </a:p>
        </p:txBody>
      </p:sp>
      <p:sp>
        <p:nvSpPr>
          <p:cNvPr id="6" name="Footer">
            <a:extLst>
              <a:ext uri="{FF2B5EF4-FFF2-40B4-BE49-F238E27FC236}">
                <a16:creationId xmlns:a16="http://schemas.microsoft.com/office/drawing/2014/main" id="{77B17D79-02A5-463C-A7F3-A92241A9CD16}"/>
              </a:ext>
            </a:extLst>
          </p:cNvPr>
          <p:cNvSpPr>
            <a:spLocks noGrp="1"/>
          </p:cNvSpPr>
          <p:nvPr>
            <p:ph type="ftr" sz="quarter" idx="11"/>
          </p:nvPr>
        </p:nvSpPr>
        <p:spPr/>
        <p:txBody>
          <a:bodyPr/>
          <a:lstStyle>
            <a:lvl1pPr rtl="0">
              <a:defRPr/>
            </a:lvl1pPr>
          </a:lstStyle>
          <a:p>
            <a:r>
              <a:rPr lang="en-US" noProof="0"/>
              <a:t>YeJun Kim / SM JP INT</a:t>
            </a:r>
          </a:p>
        </p:txBody>
      </p:sp>
      <p:sp>
        <p:nvSpPr>
          <p:cNvPr id="5" name="Date">
            <a:extLst>
              <a:ext uri="{FF2B5EF4-FFF2-40B4-BE49-F238E27FC236}">
                <a16:creationId xmlns:a16="http://schemas.microsoft.com/office/drawing/2014/main" id="{9FF4EC82-580C-4586-8F94-B52AC4B8F68F}"/>
              </a:ext>
            </a:extLst>
          </p:cNvPr>
          <p:cNvSpPr>
            <a:spLocks noGrp="1"/>
          </p:cNvSpPr>
          <p:nvPr>
            <p:ph type="dt" sz="half" idx="10"/>
          </p:nvPr>
        </p:nvSpPr>
        <p:spPr/>
        <p:txBody>
          <a:bodyPr/>
          <a:lstStyle>
            <a:lvl1pPr rtl="0">
              <a:defRPr/>
            </a:lvl1pPr>
          </a:lstStyle>
          <a:p>
            <a:r>
              <a:rPr lang="de-DE" noProof="0"/>
              <a:t>2026-07-01</a:t>
            </a:r>
            <a:endParaRPr lang="en-US" noProof="0" dirty="0"/>
          </a:p>
        </p:txBody>
      </p:sp>
      <p:sp>
        <p:nvSpPr>
          <p:cNvPr id="29" name="Content 4">
            <a:extLst>
              <a:ext uri="{FF2B5EF4-FFF2-40B4-BE49-F238E27FC236}">
                <a16:creationId xmlns:a16="http://schemas.microsoft.com/office/drawing/2014/main" id="{994CF13D-985F-445A-B782-85E99C82D50C}"/>
              </a:ext>
            </a:extLst>
          </p:cNvPr>
          <p:cNvSpPr>
            <a:spLocks noGrp="1"/>
          </p:cNvSpPr>
          <p:nvPr>
            <p:ph sz="half" idx="25" hasCustomPrompt="1"/>
          </p:nvPr>
        </p:nvSpPr>
        <p:spPr>
          <a:xfrm>
            <a:off x="8351907" y="4192965"/>
            <a:ext cx="3473519" cy="2138400"/>
          </a:xfrm>
        </p:spPr>
        <p:txBody>
          <a:bodyPr/>
          <a:lstStyle>
            <a:lvl1pPr rtl="0">
              <a:defRPr/>
            </a:lvl1pPr>
            <a:lvl2pPr rtl="0">
              <a:defRPr/>
            </a:lvl2pPr>
            <a:lvl3pPr rtl="0">
              <a:defRPr/>
            </a:lvl3pPr>
            <a:lvl4pPr rtl="0">
              <a:defRPr/>
            </a:lvl4pPr>
            <a:lvl5pPr rtl="0">
              <a:defRPr/>
            </a:lvl5pPr>
          </a:lstStyle>
          <a:p>
            <a:pPr lvl="0"/>
            <a:r>
              <a:rPr lang="en-US" noProof="0" dirty="0" err="1"/>
              <a:t>Mastertextformat</a:t>
            </a:r>
            <a:r>
              <a:rPr lang="en-US" noProof="0" dirty="0"/>
              <a:t> </a:t>
            </a:r>
            <a:r>
              <a:rPr lang="en-US" noProof="0" dirty="0" err="1"/>
              <a:t>bearbeiten</a:t>
            </a:r>
            <a:endParaRPr lang="en-US" noProof="0" dirty="0"/>
          </a:p>
          <a:p>
            <a:pPr lvl="1"/>
            <a:r>
              <a:rPr lang="en-US" noProof="0" dirty="0" err="1"/>
              <a:t>Zweite</a:t>
            </a:r>
            <a:r>
              <a:rPr lang="en-US" noProof="0" dirty="0"/>
              <a:t> Ebene</a:t>
            </a:r>
          </a:p>
          <a:p>
            <a:pPr lvl="2"/>
            <a:r>
              <a:rPr lang="en-US" noProof="0" dirty="0" err="1"/>
              <a:t>Dritte</a:t>
            </a:r>
            <a:r>
              <a:rPr lang="en-US" noProof="0" dirty="0"/>
              <a:t> Ebene</a:t>
            </a:r>
          </a:p>
          <a:p>
            <a:pPr lvl="3"/>
            <a:r>
              <a:rPr lang="en-US" noProof="0" dirty="0" err="1"/>
              <a:t>Vierte</a:t>
            </a:r>
            <a:r>
              <a:rPr lang="en-US" noProof="0" dirty="0"/>
              <a:t> Ebene</a:t>
            </a:r>
          </a:p>
          <a:p>
            <a:pPr lvl="4"/>
            <a:r>
              <a:rPr lang="en-US" noProof="0" dirty="0" err="1"/>
              <a:t>Fünfte</a:t>
            </a:r>
            <a:r>
              <a:rPr lang="en-US" noProof="0" dirty="0"/>
              <a:t> Ebene</a:t>
            </a:r>
          </a:p>
        </p:txBody>
      </p:sp>
      <p:sp>
        <p:nvSpPr>
          <p:cNvPr id="30" name="Image 4">
            <a:extLst>
              <a:ext uri="{FF2B5EF4-FFF2-40B4-BE49-F238E27FC236}">
                <a16:creationId xmlns:a16="http://schemas.microsoft.com/office/drawing/2014/main" id="{9FABDAD5-8E4A-460E-9219-642DB016A19C}"/>
              </a:ext>
            </a:extLst>
          </p:cNvPr>
          <p:cNvSpPr>
            <a:spLocks noGrp="1"/>
          </p:cNvSpPr>
          <p:nvPr>
            <p:ph type="pic" sz="quarter" idx="26" hasCustomPrompt="1"/>
          </p:nvPr>
        </p:nvSpPr>
        <p:spPr>
          <a:xfrm>
            <a:off x="6234251" y="4190601"/>
            <a:ext cx="1966774" cy="984725"/>
          </a:xfrm>
          <a:prstGeom prst="rect">
            <a:avLst/>
          </a:prstGeom>
          <a:solidFill>
            <a:srgbClr val="ECECED"/>
          </a:solidFill>
        </p:spPr>
        <p:txBody>
          <a:bodyPr anchor="ctr"/>
          <a:lstStyle>
            <a:lvl1pPr marL="0" indent="0" algn="ctr" rtl="0">
              <a:buNone/>
              <a:defRPr>
                <a:solidFill>
                  <a:schemeClr val="bg1"/>
                </a:solidFill>
              </a:defRPr>
            </a:lvl1pPr>
          </a:lstStyle>
          <a:p>
            <a:r>
              <a:rPr lang="en-US" noProof="0" dirty="0"/>
              <a:t>Image</a:t>
            </a:r>
          </a:p>
        </p:txBody>
      </p:sp>
      <p:cxnSp>
        <p:nvCxnSpPr>
          <p:cNvPr id="17" name="Horizontal line 2">
            <a:extLst>
              <a:ext uri="{FF2B5EF4-FFF2-40B4-BE49-F238E27FC236}">
                <a16:creationId xmlns:a16="http://schemas.microsoft.com/office/drawing/2014/main" id="{8F897789-37D8-408B-9E99-6DAEF6C519C0}"/>
              </a:ext>
            </a:extLst>
          </p:cNvPr>
          <p:cNvCxnSpPr/>
          <p:nvPr userDrawn="1"/>
        </p:nvCxnSpPr>
        <p:spPr>
          <a:xfrm>
            <a:off x="6234251" y="4069915"/>
            <a:ext cx="5591175" cy="0"/>
          </a:xfrm>
          <a:prstGeom prst="line">
            <a:avLst/>
          </a:prstGeom>
          <a:ln>
            <a:solidFill>
              <a:srgbClr val="D0D0CE"/>
            </a:solidFill>
          </a:ln>
        </p:spPr>
        <p:style>
          <a:lnRef idx="1">
            <a:schemeClr val="accent1"/>
          </a:lnRef>
          <a:fillRef idx="0">
            <a:schemeClr val="accent1"/>
          </a:fillRef>
          <a:effectRef idx="0">
            <a:schemeClr val="accent1"/>
          </a:effectRef>
          <a:fontRef idx="minor">
            <a:schemeClr val="tx1"/>
          </a:fontRef>
        </p:style>
      </p:cxnSp>
      <p:sp>
        <p:nvSpPr>
          <p:cNvPr id="27" name="Content 3">
            <a:extLst>
              <a:ext uri="{FF2B5EF4-FFF2-40B4-BE49-F238E27FC236}">
                <a16:creationId xmlns:a16="http://schemas.microsoft.com/office/drawing/2014/main" id="{5B45E6CB-9007-4BDE-9FA1-13FBE0CE8AF1}"/>
              </a:ext>
            </a:extLst>
          </p:cNvPr>
          <p:cNvSpPr>
            <a:spLocks noGrp="1"/>
          </p:cNvSpPr>
          <p:nvPr>
            <p:ph sz="half" idx="23" hasCustomPrompt="1"/>
          </p:nvPr>
        </p:nvSpPr>
        <p:spPr>
          <a:xfrm>
            <a:off x="8366195" y="1808464"/>
            <a:ext cx="3459231" cy="2138400"/>
          </a:xfrm>
        </p:spPr>
        <p:txBody>
          <a:bodyPr/>
          <a:lstStyle>
            <a:lvl1pPr rtl="0">
              <a:defRPr/>
            </a:lvl1pPr>
            <a:lvl2pPr rtl="0">
              <a:defRPr/>
            </a:lvl2pPr>
            <a:lvl3pPr rtl="0">
              <a:defRPr/>
            </a:lvl3pPr>
            <a:lvl4pPr rtl="0">
              <a:defRPr/>
            </a:lvl4pPr>
            <a:lvl5pPr rtl="0">
              <a:defRPr/>
            </a:lvl5pPr>
          </a:lstStyle>
          <a:p>
            <a:pPr lvl="0"/>
            <a:r>
              <a:rPr lang="en-US" noProof="0" dirty="0" err="1"/>
              <a:t>Mastertextformat</a:t>
            </a:r>
            <a:r>
              <a:rPr lang="en-US" noProof="0" dirty="0"/>
              <a:t> </a:t>
            </a:r>
            <a:r>
              <a:rPr lang="en-US" noProof="0" dirty="0" err="1"/>
              <a:t>bearbeiten</a:t>
            </a:r>
            <a:endParaRPr lang="en-US" noProof="0" dirty="0"/>
          </a:p>
          <a:p>
            <a:pPr lvl="1"/>
            <a:r>
              <a:rPr lang="en-US" noProof="0" dirty="0" err="1"/>
              <a:t>Zweite</a:t>
            </a:r>
            <a:r>
              <a:rPr lang="en-US" noProof="0" dirty="0"/>
              <a:t> Ebene</a:t>
            </a:r>
          </a:p>
          <a:p>
            <a:pPr lvl="2"/>
            <a:r>
              <a:rPr lang="en-US" noProof="0" dirty="0" err="1"/>
              <a:t>Dritte</a:t>
            </a:r>
            <a:r>
              <a:rPr lang="en-US" noProof="0" dirty="0"/>
              <a:t> Ebene</a:t>
            </a:r>
          </a:p>
          <a:p>
            <a:pPr lvl="3"/>
            <a:r>
              <a:rPr lang="en-US" noProof="0" dirty="0" err="1"/>
              <a:t>Vierte</a:t>
            </a:r>
            <a:r>
              <a:rPr lang="en-US" noProof="0" dirty="0"/>
              <a:t> Ebene</a:t>
            </a:r>
          </a:p>
          <a:p>
            <a:pPr lvl="4"/>
            <a:r>
              <a:rPr lang="en-US" noProof="0" dirty="0" err="1"/>
              <a:t>Fünfte</a:t>
            </a:r>
            <a:r>
              <a:rPr lang="en-US" noProof="0" dirty="0"/>
              <a:t> Ebene</a:t>
            </a:r>
          </a:p>
        </p:txBody>
      </p:sp>
      <p:sp>
        <p:nvSpPr>
          <p:cNvPr id="28" name="Image 3">
            <a:extLst>
              <a:ext uri="{FF2B5EF4-FFF2-40B4-BE49-F238E27FC236}">
                <a16:creationId xmlns:a16="http://schemas.microsoft.com/office/drawing/2014/main" id="{96B808D5-E400-42BA-8A2B-D5FEE5BC40A1}"/>
              </a:ext>
            </a:extLst>
          </p:cNvPr>
          <p:cNvSpPr>
            <a:spLocks noGrp="1"/>
          </p:cNvSpPr>
          <p:nvPr>
            <p:ph type="pic" sz="quarter" idx="24" hasCustomPrompt="1"/>
          </p:nvPr>
        </p:nvSpPr>
        <p:spPr>
          <a:xfrm>
            <a:off x="6234251" y="1806100"/>
            <a:ext cx="1966774" cy="984725"/>
          </a:xfrm>
          <a:prstGeom prst="rect">
            <a:avLst/>
          </a:prstGeom>
          <a:solidFill>
            <a:srgbClr val="ECECED"/>
          </a:solidFill>
        </p:spPr>
        <p:txBody>
          <a:bodyPr anchor="ctr"/>
          <a:lstStyle>
            <a:lvl1pPr marL="0" indent="0" algn="ctr" rtl="0">
              <a:buNone/>
              <a:defRPr>
                <a:solidFill>
                  <a:schemeClr val="bg1"/>
                </a:solidFill>
              </a:defRPr>
            </a:lvl1pPr>
          </a:lstStyle>
          <a:p>
            <a:r>
              <a:rPr lang="en-US" noProof="0" dirty="0"/>
              <a:t>Image</a:t>
            </a:r>
          </a:p>
        </p:txBody>
      </p:sp>
      <p:cxnSp>
        <p:nvCxnSpPr>
          <p:cNvPr id="24" name="Vertical line 1">
            <a:extLst>
              <a:ext uri="{FF2B5EF4-FFF2-40B4-BE49-F238E27FC236}">
                <a16:creationId xmlns:a16="http://schemas.microsoft.com/office/drawing/2014/main" id="{9F117A6E-A8CE-4713-AA44-DA50EF03B0A2}"/>
              </a:ext>
            </a:extLst>
          </p:cNvPr>
          <p:cNvCxnSpPr>
            <a:cxnSpLocks/>
          </p:cNvCxnSpPr>
          <p:nvPr userDrawn="1"/>
        </p:nvCxnSpPr>
        <p:spPr>
          <a:xfrm>
            <a:off x="6096894" y="1796275"/>
            <a:ext cx="0" cy="4510686"/>
          </a:xfrm>
          <a:prstGeom prst="line">
            <a:avLst/>
          </a:prstGeom>
          <a:ln>
            <a:solidFill>
              <a:srgbClr val="D0D0CE"/>
            </a:solidFill>
          </a:ln>
        </p:spPr>
        <p:style>
          <a:lnRef idx="1">
            <a:schemeClr val="accent1"/>
          </a:lnRef>
          <a:fillRef idx="0">
            <a:schemeClr val="accent1"/>
          </a:fillRef>
          <a:effectRef idx="0">
            <a:schemeClr val="accent1"/>
          </a:effectRef>
          <a:fontRef idx="minor">
            <a:schemeClr val="tx1"/>
          </a:fontRef>
        </p:style>
      </p:cxnSp>
      <p:sp>
        <p:nvSpPr>
          <p:cNvPr id="25" name="Content 2">
            <a:extLst>
              <a:ext uri="{FF2B5EF4-FFF2-40B4-BE49-F238E27FC236}">
                <a16:creationId xmlns:a16="http://schemas.microsoft.com/office/drawing/2014/main" id="{DBF82579-3178-4729-9705-D49BEDB37A80}"/>
              </a:ext>
            </a:extLst>
          </p:cNvPr>
          <p:cNvSpPr>
            <a:spLocks noGrp="1"/>
          </p:cNvSpPr>
          <p:nvPr>
            <p:ph sz="half" idx="21" hasCustomPrompt="1"/>
          </p:nvPr>
        </p:nvSpPr>
        <p:spPr>
          <a:xfrm>
            <a:off x="2478019" y="4183140"/>
            <a:ext cx="3473519" cy="2138400"/>
          </a:xfrm>
        </p:spPr>
        <p:txBody>
          <a:bodyPr/>
          <a:lstStyle>
            <a:lvl1pPr rtl="0">
              <a:defRPr/>
            </a:lvl1pPr>
            <a:lvl2pPr rtl="0">
              <a:defRPr/>
            </a:lvl2pPr>
            <a:lvl3pPr rtl="0">
              <a:defRPr/>
            </a:lvl3pPr>
            <a:lvl4pPr rtl="0">
              <a:defRPr/>
            </a:lvl4pPr>
            <a:lvl5pPr rtl="0">
              <a:defRPr/>
            </a:lvl5pPr>
          </a:lstStyle>
          <a:p>
            <a:pPr lvl="0"/>
            <a:r>
              <a:rPr lang="en-US" noProof="0" dirty="0" err="1"/>
              <a:t>Mastertextformat</a:t>
            </a:r>
            <a:r>
              <a:rPr lang="en-US" noProof="0" dirty="0"/>
              <a:t> </a:t>
            </a:r>
            <a:r>
              <a:rPr lang="en-US" noProof="0" dirty="0" err="1"/>
              <a:t>bearbeiten</a:t>
            </a:r>
            <a:endParaRPr lang="en-US" noProof="0" dirty="0"/>
          </a:p>
          <a:p>
            <a:pPr lvl="1"/>
            <a:r>
              <a:rPr lang="en-US" noProof="0" dirty="0" err="1"/>
              <a:t>Zweite</a:t>
            </a:r>
            <a:r>
              <a:rPr lang="en-US" noProof="0" dirty="0"/>
              <a:t> Ebene</a:t>
            </a:r>
          </a:p>
          <a:p>
            <a:pPr lvl="2"/>
            <a:r>
              <a:rPr lang="en-US" noProof="0" dirty="0" err="1"/>
              <a:t>Dritte</a:t>
            </a:r>
            <a:r>
              <a:rPr lang="en-US" noProof="0" dirty="0"/>
              <a:t> Ebene</a:t>
            </a:r>
          </a:p>
          <a:p>
            <a:pPr lvl="3"/>
            <a:r>
              <a:rPr lang="en-US" noProof="0" dirty="0" err="1"/>
              <a:t>Vierte</a:t>
            </a:r>
            <a:r>
              <a:rPr lang="en-US" noProof="0" dirty="0"/>
              <a:t> Ebene</a:t>
            </a:r>
          </a:p>
          <a:p>
            <a:pPr lvl="4"/>
            <a:r>
              <a:rPr lang="en-US" noProof="0" dirty="0" err="1"/>
              <a:t>Fünfte</a:t>
            </a:r>
            <a:r>
              <a:rPr lang="en-US" noProof="0" dirty="0"/>
              <a:t> Ebene</a:t>
            </a:r>
          </a:p>
        </p:txBody>
      </p:sp>
      <p:sp>
        <p:nvSpPr>
          <p:cNvPr id="26" name="Image 2">
            <a:extLst>
              <a:ext uri="{FF2B5EF4-FFF2-40B4-BE49-F238E27FC236}">
                <a16:creationId xmlns:a16="http://schemas.microsoft.com/office/drawing/2014/main" id="{160DD973-07BB-4555-9C72-ECC2F20009B6}"/>
              </a:ext>
            </a:extLst>
          </p:cNvPr>
          <p:cNvSpPr>
            <a:spLocks noGrp="1"/>
          </p:cNvSpPr>
          <p:nvPr>
            <p:ph type="pic" sz="quarter" idx="22" hasCustomPrompt="1"/>
          </p:nvPr>
        </p:nvSpPr>
        <p:spPr>
          <a:xfrm>
            <a:off x="360363" y="4180776"/>
            <a:ext cx="1966774" cy="984725"/>
          </a:xfrm>
          <a:prstGeom prst="rect">
            <a:avLst/>
          </a:prstGeom>
          <a:solidFill>
            <a:srgbClr val="ECECED"/>
          </a:solidFill>
        </p:spPr>
        <p:txBody>
          <a:bodyPr anchor="ctr"/>
          <a:lstStyle>
            <a:lvl1pPr marL="0" indent="0" algn="ctr" rtl="0">
              <a:buNone/>
              <a:defRPr>
                <a:solidFill>
                  <a:schemeClr val="bg1"/>
                </a:solidFill>
              </a:defRPr>
            </a:lvl1pPr>
          </a:lstStyle>
          <a:p>
            <a:r>
              <a:rPr lang="en-US" noProof="0" dirty="0"/>
              <a:t>Image</a:t>
            </a:r>
          </a:p>
        </p:txBody>
      </p:sp>
      <p:cxnSp>
        <p:nvCxnSpPr>
          <p:cNvPr id="12" name="Horizontal line 1">
            <a:extLst>
              <a:ext uri="{FF2B5EF4-FFF2-40B4-BE49-F238E27FC236}">
                <a16:creationId xmlns:a16="http://schemas.microsoft.com/office/drawing/2014/main" id="{E5FE91D9-1B71-4C7C-AFE6-7FE67D3F4519}"/>
              </a:ext>
            </a:extLst>
          </p:cNvPr>
          <p:cNvCxnSpPr/>
          <p:nvPr userDrawn="1"/>
        </p:nvCxnSpPr>
        <p:spPr>
          <a:xfrm>
            <a:off x="360363" y="4060089"/>
            <a:ext cx="5591175" cy="0"/>
          </a:xfrm>
          <a:prstGeom prst="line">
            <a:avLst/>
          </a:prstGeom>
          <a:ln>
            <a:solidFill>
              <a:srgbClr val="D0D0CE"/>
            </a:solidFill>
          </a:ln>
        </p:spPr>
        <p:style>
          <a:lnRef idx="1">
            <a:schemeClr val="accent1"/>
          </a:lnRef>
          <a:fillRef idx="0">
            <a:schemeClr val="accent1"/>
          </a:fillRef>
          <a:effectRef idx="0">
            <a:schemeClr val="accent1"/>
          </a:effectRef>
          <a:fontRef idx="minor">
            <a:schemeClr val="tx1"/>
          </a:fontRef>
        </p:style>
      </p:cxnSp>
      <p:sp>
        <p:nvSpPr>
          <p:cNvPr id="3" name="Content 1">
            <a:extLst>
              <a:ext uri="{FF2B5EF4-FFF2-40B4-BE49-F238E27FC236}">
                <a16:creationId xmlns:a16="http://schemas.microsoft.com/office/drawing/2014/main" id="{EAB99FF0-D2F6-49B1-8163-8F41F44BD37E}"/>
              </a:ext>
            </a:extLst>
          </p:cNvPr>
          <p:cNvSpPr>
            <a:spLocks noGrp="1"/>
          </p:cNvSpPr>
          <p:nvPr>
            <p:ph sz="half" idx="1" hasCustomPrompt="1"/>
          </p:nvPr>
        </p:nvSpPr>
        <p:spPr>
          <a:xfrm>
            <a:off x="2492307" y="1798639"/>
            <a:ext cx="3459231" cy="2138400"/>
          </a:xfrm>
        </p:spPr>
        <p:txBody>
          <a:bodyPr/>
          <a:lstStyle>
            <a:lvl1pPr rtl="0">
              <a:defRPr/>
            </a:lvl1pPr>
            <a:lvl2pPr rtl="0">
              <a:defRPr/>
            </a:lvl2pPr>
            <a:lvl3pPr rtl="0">
              <a:defRPr/>
            </a:lvl3pPr>
            <a:lvl4pPr rtl="0">
              <a:defRPr/>
            </a:lvl4pPr>
            <a:lvl5pPr rtl="0">
              <a:defRPr/>
            </a:lvl5pPr>
          </a:lstStyle>
          <a:p>
            <a:pPr lvl="0"/>
            <a:r>
              <a:rPr lang="en-US" noProof="0" dirty="0" err="1"/>
              <a:t>Mastertextformat</a:t>
            </a:r>
            <a:r>
              <a:rPr lang="en-US" noProof="0" dirty="0"/>
              <a:t> </a:t>
            </a:r>
            <a:r>
              <a:rPr lang="en-US" noProof="0" dirty="0" err="1"/>
              <a:t>bearbeiten</a:t>
            </a:r>
            <a:endParaRPr lang="en-US" noProof="0" dirty="0"/>
          </a:p>
          <a:p>
            <a:pPr lvl="1"/>
            <a:r>
              <a:rPr lang="en-US" noProof="0" dirty="0" err="1"/>
              <a:t>Zweite</a:t>
            </a:r>
            <a:r>
              <a:rPr lang="en-US" noProof="0" dirty="0"/>
              <a:t> Ebene</a:t>
            </a:r>
          </a:p>
          <a:p>
            <a:pPr lvl="2"/>
            <a:r>
              <a:rPr lang="en-US" noProof="0" dirty="0" err="1"/>
              <a:t>Dritte</a:t>
            </a:r>
            <a:r>
              <a:rPr lang="en-US" noProof="0" dirty="0"/>
              <a:t> Ebene</a:t>
            </a:r>
          </a:p>
          <a:p>
            <a:pPr lvl="3"/>
            <a:r>
              <a:rPr lang="en-US" noProof="0" dirty="0" err="1"/>
              <a:t>Vierte</a:t>
            </a:r>
            <a:r>
              <a:rPr lang="en-US" noProof="0" dirty="0"/>
              <a:t> Ebene</a:t>
            </a:r>
          </a:p>
          <a:p>
            <a:pPr lvl="4"/>
            <a:r>
              <a:rPr lang="en-US" noProof="0" dirty="0" err="1"/>
              <a:t>Fünfte</a:t>
            </a:r>
            <a:r>
              <a:rPr lang="en-US" noProof="0" dirty="0"/>
              <a:t> Ebene</a:t>
            </a:r>
          </a:p>
        </p:txBody>
      </p:sp>
      <p:sp>
        <p:nvSpPr>
          <p:cNvPr id="10" name="Image 1">
            <a:extLst>
              <a:ext uri="{FF2B5EF4-FFF2-40B4-BE49-F238E27FC236}">
                <a16:creationId xmlns:a16="http://schemas.microsoft.com/office/drawing/2014/main" id="{172A9D52-A6B4-4186-A652-2BF58B83EA64}"/>
              </a:ext>
            </a:extLst>
          </p:cNvPr>
          <p:cNvSpPr>
            <a:spLocks noGrp="1"/>
          </p:cNvSpPr>
          <p:nvPr>
            <p:ph type="pic" sz="quarter" idx="14" hasCustomPrompt="1"/>
          </p:nvPr>
        </p:nvSpPr>
        <p:spPr>
          <a:xfrm>
            <a:off x="360363" y="1796275"/>
            <a:ext cx="1966774" cy="984725"/>
          </a:xfrm>
          <a:prstGeom prst="rect">
            <a:avLst/>
          </a:prstGeom>
          <a:solidFill>
            <a:srgbClr val="ECECED"/>
          </a:solidFill>
        </p:spPr>
        <p:txBody>
          <a:bodyPr anchor="ctr"/>
          <a:lstStyle>
            <a:lvl1pPr marL="0" indent="0" algn="ctr" rtl="0">
              <a:buNone/>
              <a:defRPr>
                <a:solidFill>
                  <a:schemeClr val="bg1"/>
                </a:solidFill>
              </a:defRPr>
            </a:lvl1pPr>
          </a:lstStyle>
          <a:p>
            <a:r>
              <a:rPr lang="en-US" noProof="0" dirty="0"/>
              <a:t>Image</a:t>
            </a:r>
          </a:p>
        </p:txBody>
      </p:sp>
      <p:sp>
        <p:nvSpPr>
          <p:cNvPr id="2" name="Title 1">
            <a:extLst>
              <a:ext uri="{FF2B5EF4-FFF2-40B4-BE49-F238E27FC236}">
                <a16:creationId xmlns:a16="http://schemas.microsoft.com/office/drawing/2014/main" id="{5F9BD10A-C2D6-4AAB-81E0-AE2109049063}"/>
              </a:ext>
            </a:extLst>
          </p:cNvPr>
          <p:cNvSpPr>
            <a:spLocks noGrp="1"/>
          </p:cNvSpPr>
          <p:nvPr>
            <p:ph type="title" hasCustomPrompt="1"/>
          </p:nvPr>
        </p:nvSpPr>
        <p:spPr>
          <a:xfrm>
            <a:off x="360000" y="900000"/>
            <a:ext cx="11473200" cy="720000"/>
          </a:xfrm>
        </p:spPr>
        <p:txBody>
          <a:bodyPr vert="horz"/>
          <a:lstStyle>
            <a:lvl1pPr rtl="0">
              <a:defRPr/>
            </a:lvl1pPr>
          </a:lstStyle>
          <a:p>
            <a:r>
              <a:rPr lang="en-US" dirty="0"/>
              <a:t>Headline of the Slide with a Maximum Length of Two Lines</a:t>
            </a:r>
            <a:endParaRPr lang="en-US" noProof="0" dirty="0"/>
          </a:p>
        </p:txBody>
      </p:sp>
      <p:sp>
        <p:nvSpPr>
          <p:cNvPr id="8" name="Chapter">
            <a:extLst>
              <a:ext uri="{FF2B5EF4-FFF2-40B4-BE49-F238E27FC236}">
                <a16:creationId xmlns:a16="http://schemas.microsoft.com/office/drawing/2014/main" id="{9F511298-DC0E-4550-AEAA-AAE6E08F28B8}"/>
              </a:ext>
            </a:extLst>
          </p:cNvPr>
          <p:cNvSpPr>
            <a:spLocks noGrp="1"/>
          </p:cNvSpPr>
          <p:nvPr>
            <p:ph type="body" sz="quarter" idx="13" hasCustomPrompt="1"/>
          </p:nvPr>
        </p:nvSpPr>
        <p:spPr>
          <a:xfrm>
            <a:off x="360000" y="360000"/>
            <a:ext cx="7558088" cy="258763"/>
          </a:xfrm>
        </p:spPr>
        <p:txBody>
          <a:bodyPr/>
          <a:lstStyle>
            <a:lvl1pPr marL="0" indent="0" rtl="0">
              <a:buNone/>
              <a:defRPr sz="1200">
                <a:solidFill>
                  <a:schemeClr val="accent1"/>
                </a:solidFill>
              </a:defRPr>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noProof="0" dirty="0"/>
              <a:t>Chapter Title (no headline)</a:t>
            </a:r>
          </a:p>
        </p:txBody>
      </p:sp>
    </p:spTree>
    <p:extLst>
      <p:ext uri="{BB962C8B-B14F-4D97-AF65-F5344CB8AC3E}">
        <p14:creationId xmlns:p14="http://schemas.microsoft.com/office/powerpoint/2010/main" val="278749767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References - six projects">
    <p:spTree>
      <p:nvGrpSpPr>
        <p:cNvPr id="1" name=""/>
        <p:cNvGrpSpPr/>
        <p:nvPr/>
      </p:nvGrpSpPr>
      <p:grpSpPr>
        <a:xfrm>
          <a:off x="0" y="0"/>
          <a:ext cx="0" cy="0"/>
          <a:chOff x="0" y="0"/>
          <a:chExt cx="0" cy="0"/>
        </a:xfrm>
      </p:grpSpPr>
      <p:graphicFrame>
        <p:nvGraphicFramePr>
          <p:cNvPr id="11" name="Object 10" hidden="1">
            <a:extLst>
              <a:ext uri="{FF2B5EF4-FFF2-40B4-BE49-F238E27FC236}">
                <a16:creationId xmlns:a16="http://schemas.microsoft.com/office/drawing/2014/main" id="{7D22EEDE-09E9-4D83-8832-A611AC2ACAD8}"/>
              </a:ext>
            </a:extLst>
          </p:cNvPr>
          <p:cNvGraphicFramePr>
            <a:graphicFrameLocks noChangeAspect="1"/>
          </p:cNvGraphicFramePr>
          <p:nvPr userDrawn="1">
            <p:custDataLst>
              <p:tags r:id="rId1"/>
            </p:custDataLst>
            <p:extLst>
              <p:ext uri="{D42A27DB-BD31-4B8C-83A1-F6EECF244321}">
                <p14:modId xmlns:p14="http://schemas.microsoft.com/office/powerpoint/2010/main" val="27590751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0" imgH="469" progId="TCLayout.ActiveDocument.1">
                  <p:embed/>
                </p:oleObj>
              </mc:Choice>
              <mc:Fallback>
                <p:oleObj name="think-cell Slide" r:id="rId3" imgW="470" imgH="469"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Pagenumber">
            <a:extLst>
              <a:ext uri="{FF2B5EF4-FFF2-40B4-BE49-F238E27FC236}">
                <a16:creationId xmlns:a16="http://schemas.microsoft.com/office/drawing/2014/main" id="{4F6E0ADB-8058-4652-8F48-21C8CF77EBA6}"/>
              </a:ext>
            </a:extLst>
          </p:cNvPr>
          <p:cNvSpPr>
            <a:spLocks noGrp="1"/>
          </p:cNvSpPr>
          <p:nvPr>
            <p:ph type="sldNum" sz="quarter" idx="12"/>
          </p:nvPr>
        </p:nvSpPr>
        <p:spPr/>
        <p:txBody>
          <a:bodyPr/>
          <a:lstStyle>
            <a:lvl1pPr rtl="0">
              <a:defRPr/>
            </a:lvl1pPr>
          </a:lstStyle>
          <a:p>
            <a:fld id="{0CE2C118-78B0-4948-9692-2E57815A59D4}" type="slidenum">
              <a:rPr lang="en-US" noProof="0" smtClean="0"/>
              <a:pPr/>
              <a:t>‹#›</a:t>
            </a:fld>
            <a:endParaRPr lang="en-US" noProof="0" dirty="0"/>
          </a:p>
        </p:txBody>
      </p:sp>
      <p:sp>
        <p:nvSpPr>
          <p:cNvPr id="6" name="Footer">
            <a:extLst>
              <a:ext uri="{FF2B5EF4-FFF2-40B4-BE49-F238E27FC236}">
                <a16:creationId xmlns:a16="http://schemas.microsoft.com/office/drawing/2014/main" id="{77B17D79-02A5-463C-A7F3-A92241A9CD16}"/>
              </a:ext>
            </a:extLst>
          </p:cNvPr>
          <p:cNvSpPr>
            <a:spLocks noGrp="1"/>
          </p:cNvSpPr>
          <p:nvPr>
            <p:ph type="ftr" sz="quarter" idx="11"/>
          </p:nvPr>
        </p:nvSpPr>
        <p:spPr/>
        <p:txBody>
          <a:bodyPr/>
          <a:lstStyle>
            <a:lvl1pPr rtl="0">
              <a:defRPr/>
            </a:lvl1pPr>
          </a:lstStyle>
          <a:p>
            <a:r>
              <a:rPr lang="en-US" noProof="0"/>
              <a:t>YeJun Kim / SM JP INT</a:t>
            </a:r>
          </a:p>
        </p:txBody>
      </p:sp>
      <p:sp>
        <p:nvSpPr>
          <p:cNvPr id="5" name="Date">
            <a:extLst>
              <a:ext uri="{FF2B5EF4-FFF2-40B4-BE49-F238E27FC236}">
                <a16:creationId xmlns:a16="http://schemas.microsoft.com/office/drawing/2014/main" id="{9FF4EC82-580C-4586-8F94-B52AC4B8F68F}"/>
              </a:ext>
            </a:extLst>
          </p:cNvPr>
          <p:cNvSpPr>
            <a:spLocks noGrp="1"/>
          </p:cNvSpPr>
          <p:nvPr>
            <p:ph type="dt" sz="half" idx="10"/>
          </p:nvPr>
        </p:nvSpPr>
        <p:spPr/>
        <p:txBody>
          <a:bodyPr/>
          <a:lstStyle>
            <a:lvl1pPr rtl="0">
              <a:defRPr/>
            </a:lvl1pPr>
          </a:lstStyle>
          <a:p>
            <a:r>
              <a:rPr lang="de-DE" noProof="0"/>
              <a:t>2026-07-01</a:t>
            </a:r>
            <a:endParaRPr lang="en-US" noProof="0" dirty="0"/>
          </a:p>
        </p:txBody>
      </p:sp>
      <p:sp>
        <p:nvSpPr>
          <p:cNvPr id="26" name="Content 6">
            <a:extLst>
              <a:ext uri="{FF2B5EF4-FFF2-40B4-BE49-F238E27FC236}">
                <a16:creationId xmlns:a16="http://schemas.microsoft.com/office/drawing/2014/main" id="{D4E80B4F-ED86-430E-B46B-86393D4DAE27}"/>
              </a:ext>
            </a:extLst>
          </p:cNvPr>
          <p:cNvSpPr>
            <a:spLocks noGrp="1"/>
          </p:cNvSpPr>
          <p:nvPr>
            <p:ph sz="half" idx="23" hasCustomPrompt="1"/>
          </p:nvPr>
        </p:nvSpPr>
        <p:spPr>
          <a:xfrm>
            <a:off x="10161588" y="3153599"/>
            <a:ext cx="1668423" cy="3172263"/>
          </a:xfrm>
        </p:spPr>
        <p:txBody>
          <a:bodyPr/>
          <a:lstStyle>
            <a:lvl1pPr rtl="0">
              <a:defRPr sz="1200"/>
            </a:lvl1pPr>
            <a:lvl2pPr rtl="0">
              <a:defRPr sz="1200"/>
            </a:lvl2pPr>
            <a:lvl3pPr rtl="0">
              <a:defRPr sz="1200"/>
            </a:lvl3pPr>
            <a:lvl4pPr rtl="0">
              <a:defRPr sz="1200"/>
            </a:lvl4pPr>
            <a:lvl5pPr rtl="0">
              <a:defRPr sz="1200"/>
            </a:lvl5pPr>
          </a:lstStyle>
          <a:p>
            <a:pPr lvl="0"/>
            <a:r>
              <a:rPr lang="en-US" noProof="0" dirty="0" err="1"/>
              <a:t>Mastertextformat</a:t>
            </a:r>
            <a:r>
              <a:rPr lang="en-US" noProof="0" dirty="0"/>
              <a:t> </a:t>
            </a:r>
            <a:r>
              <a:rPr lang="en-US" noProof="0" dirty="0" err="1"/>
              <a:t>bearbeiten</a:t>
            </a:r>
            <a:endParaRPr lang="en-US" noProof="0" dirty="0"/>
          </a:p>
          <a:p>
            <a:pPr lvl="1"/>
            <a:r>
              <a:rPr lang="en-US" noProof="0" dirty="0" err="1"/>
              <a:t>Zweite</a:t>
            </a:r>
            <a:r>
              <a:rPr lang="en-US" noProof="0" dirty="0"/>
              <a:t> Ebene</a:t>
            </a:r>
          </a:p>
          <a:p>
            <a:pPr lvl="2"/>
            <a:r>
              <a:rPr lang="en-US" noProof="0" dirty="0" err="1"/>
              <a:t>Dritte</a:t>
            </a:r>
            <a:r>
              <a:rPr lang="en-US" noProof="0" dirty="0"/>
              <a:t> Ebene</a:t>
            </a:r>
          </a:p>
          <a:p>
            <a:pPr lvl="3"/>
            <a:r>
              <a:rPr lang="en-US" noProof="0" dirty="0" err="1"/>
              <a:t>Vierte</a:t>
            </a:r>
            <a:r>
              <a:rPr lang="en-US" noProof="0" dirty="0"/>
              <a:t> Ebene</a:t>
            </a:r>
          </a:p>
          <a:p>
            <a:pPr lvl="4"/>
            <a:r>
              <a:rPr lang="en-US" noProof="0" dirty="0" err="1"/>
              <a:t>Fünfte</a:t>
            </a:r>
            <a:r>
              <a:rPr lang="en-US" noProof="0" dirty="0"/>
              <a:t> Ebene</a:t>
            </a:r>
          </a:p>
        </p:txBody>
      </p:sp>
      <p:sp>
        <p:nvSpPr>
          <p:cNvPr id="27" name="Image 6">
            <a:extLst>
              <a:ext uri="{FF2B5EF4-FFF2-40B4-BE49-F238E27FC236}">
                <a16:creationId xmlns:a16="http://schemas.microsoft.com/office/drawing/2014/main" id="{C469D73F-BD73-4776-9F90-0036B6BB9256}"/>
              </a:ext>
            </a:extLst>
          </p:cNvPr>
          <p:cNvSpPr>
            <a:spLocks noGrp="1"/>
          </p:cNvSpPr>
          <p:nvPr>
            <p:ph type="pic" sz="quarter" idx="24" hasCustomPrompt="1"/>
          </p:nvPr>
        </p:nvSpPr>
        <p:spPr>
          <a:xfrm>
            <a:off x="10161588" y="1798638"/>
            <a:ext cx="1671637" cy="1198362"/>
          </a:xfrm>
          <a:prstGeom prst="rect">
            <a:avLst/>
          </a:prstGeom>
          <a:solidFill>
            <a:srgbClr val="ECECED"/>
          </a:solidFill>
        </p:spPr>
        <p:txBody>
          <a:bodyPr anchor="ctr"/>
          <a:lstStyle>
            <a:lvl1pPr marL="0" indent="0" algn="ctr" rtl="0">
              <a:buNone/>
              <a:defRPr>
                <a:solidFill>
                  <a:schemeClr val="bg1"/>
                </a:solidFill>
              </a:defRPr>
            </a:lvl1pPr>
          </a:lstStyle>
          <a:p>
            <a:r>
              <a:rPr lang="en-US" noProof="0" dirty="0"/>
              <a:t>Image</a:t>
            </a:r>
          </a:p>
        </p:txBody>
      </p:sp>
      <p:cxnSp>
        <p:nvCxnSpPr>
          <p:cNvPr id="31" name="Vertical line 5">
            <a:extLst>
              <a:ext uri="{FF2B5EF4-FFF2-40B4-BE49-F238E27FC236}">
                <a16:creationId xmlns:a16="http://schemas.microsoft.com/office/drawing/2014/main" id="{BDAB62B1-87AA-429C-A26E-E73A28B0FC7D}"/>
              </a:ext>
            </a:extLst>
          </p:cNvPr>
          <p:cNvCxnSpPr>
            <a:cxnSpLocks/>
          </p:cNvCxnSpPr>
          <p:nvPr userDrawn="1"/>
        </p:nvCxnSpPr>
        <p:spPr>
          <a:xfrm>
            <a:off x="10017284" y="1798638"/>
            <a:ext cx="0" cy="4510686"/>
          </a:xfrm>
          <a:prstGeom prst="line">
            <a:avLst/>
          </a:prstGeom>
          <a:ln>
            <a:solidFill>
              <a:srgbClr val="D0D0CE"/>
            </a:solidFill>
          </a:ln>
        </p:spPr>
        <p:style>
          <a:lnRef idx="1">
            <a:schemeClr val="accent1"/>
          </a:lnRef>
          <a:fillRef idx="0">
            <a:schemeClr val="accent1"/>
          </a:fillRef>
          <a:effectRef idx="0">
            <a:schemeClr val="accent1"/>
          </a:effectRef>
          <a:fontRef idx="minor">
            <a:schemeClr val="tx1"/>
          </a:fontRef>
        </p:style>
      </p:cxnSp>
      <p:sp>
        <p:nvSpPr>
          <p:cNvPr id="24" name="Content 5">
            <a:extLst>
              <a:ext uri="{FF2B5EF4-FFF2-40B4-BE49-F238E27FC236}">
                <a16:creationId xmlns:a16="http://schemas.microsoft.com/office/drawing/2014/main" id="{797C91B2-B030-42EB-819D-BB60FB885BD2}"/>
              </a:ext>
            </a:extLst>
          </p:cNvPr>
          <p:cNvSpPr>
            <a:spLocks noGrp="1"/>
          </p:cNvSpPr>
          <p:nvPr>
            <p:ph sz="half" idx="21" hasCustomPrompt="1"/>
          </p:nvPr>
        </p:nvSpPr>
        <p:spPr>
          <a:xfrm>
            <a:off x="8201984" y="3153599"/>
            <a:ext cx="1668423" cy="3172263"/>
          </a:xfrm>
        </p:spPr>
        <p:txBody>
          <a:bodyPr/>
          <a:lstStyle>
            <a:lvl1pPr rtl="0">
              <a:defRPr sz="1200"/>
            </a:lvl1pPr>
            <a:lvl2pPr rtl="0">
              <a:defRPr sz="1200"/>
            </a:lvl2pPr>
            <a:lvl3pPr rtl="0">
              <a:defRPr sz="1200"/>
            </a:lvl3pPr>
            <a:lvl4pPr rtl="0">
              <a:defRPr sz="1200"/>
            </a:lvl4pPr>
            <a:lvl5pPr rtl="0">
              <a:defRPr sz="1200"/>
            </a:lvl5pPr>
          </a:lstStyle>
          <a:p>
            <a:pPr lvl="0"/>
            <a:r>
              <a:rPr lang="en-US" noProof="0" dirty="0" err="1"/>
              <a:t>Mastertextformat</a:t>
            </a:r>
            <a:r>
              <a:rPr lang="en-US" noProof="0" dirty="0"/>
              <a:t> </a:t>
            </a:r>
            <a:r>
              <a:rPr lang="en-US" noProof="0" dirty="0" err="1"/>
              <a:t>bearbeiten</a:t>
            </a:r>
            <a:endParaRPr lang="en-US" noProof="0" dirty="0"/>
          </a:p>
          <a:p>
            <a:pPr lvl="1"/>
            <a:r>
              <a:rPr lang="en-US" noProof="0" dirty="0" err="1"/>
              <a:t>Zweite</a:t>
            </a:r>
            <a:r>
              <a:rPr lang="en-US" noProof="0" dirty="0"/>
              <a:t> Ebene</a:t>
            </a:r>
          </a:p>
          <a:p>
            <a:pPr lvl="2"/>
            <a:r>
              <a:rPr lang="en-US" noProof="0" dirty="0" err="1"/>
              <a:t>Dritte</a:t>
            </a:r>
            <a:r>
              <a:rPr lang="en-US" noProof="0" dirty="0"/>
              <a:t> Ebene</a:t>
            </a:r>
          </a:p>
          <a:p>
            <a:pPr lvl="3"/>
            <a:r>
              <a:rPr lang="en-US" noProof="0" dirty="0" err="1"/>
              <a:t>Vierte</a:t>
            </a:r>
            <a:r>
              <a:rPr lang="en-US" noProof="0" dirty="0"/>
              <a:t> Ebene</a:t>
            </a:r>
          </a:p>
          <a:p>
            <a:pPr lvl="4"/>
            <a:r>
              <a:rPr lang="en-US" noProof="0" dirty="0" err="1"/>
              <a:t>Fünfte</a:t>
            </a:r>
            <a:r>
              <a:rPr lang="en-US" noProof="0" dirty="0"/>
              <a:t> Ebene</a:t>
            </a:r>
          </a:p>
        </p:txBody>
      </p:sp>
      <p:sp>
        <p:nvSpPr>
          <p:cNvPr id="25" name="Image 5">
            <a:extLst>
              <a:ext uri="{FF2B5EF4-FFF2-40B4-BE49-F238E27FC236}">
                <a16:creationId xmlns:a16="http://schemas.microsoft.com/office/drawing/2014/main" id="{39CB3F66-327A-424F-8C11-8A230E5FDC21}"/>
              </a:ext>
            </a:extLst>
          </p:cNvPr>
          <p:cNvSpPr>
            <a:spLocks noGrp="1"/>
          </p:cNvSpPr>
          <p:nvPr>
            <p:ph type="pic" sz="quarter" idx="22" hasCustomPrompt="1"/>
          </p:nvPr>
        </p:nvSpPr>
        <p:spPr>
          <a:xfrm>
            <a:off x="8201343" y="1798638"/>
            <a:ext cx="1671637" cy="1198362"/>
          </a:xfrm>
          <a:prstGeom prst="rect">
            <a:avLst/>
          </a:prstGeom>
          <a:solidFill>
            <a:srgbClr val="ECECED"/>
          </a:solidFill>
        </p:spPr>
        <p:txBody>
          <a:bodyPr anchor="ctr"/>
          <a:lstStyle>
            <a:lvl1pPr marL="0" indent="0" algn="ctr" rtl="0">
              <a:buNone/>
              <a:defRPr>
                <a:solidFill>
                  <a:schemeClr val="bg1"/>
                </a:solidFill>
              </a:defRPr>
            </a:lvl1pPr>
          </a:lstStyle>
          <a:p>
            <a:r>
              <a:rPr lang="en-US" noProof="0" dirty="0"/>
              <a:t>Image</a:t>
            </a:r>
          </a:p>
        </p:txBody>
      </p:sp>
      <p:cxnSp>
        <p:nvCxnSpPr>
          <p:cNvPr id="30" name="Vertical line 4">
            <a:extLst>
              <a:ext uri="{FF2B5EF4-FFF2-40B4-BE49-F238E27FC236}">
                <a16:creationId xmlns:a16="http://schemas.microsoft.com/office/drawing/2014/main" id="{FB5D6FA4-96E1-4E41-AAB1-A910C5D81732}"/>
              </a:ext>
            </a:extLst>
          </p:cNvPr>
          <p:cNvCxnSpPr>
            <a:cxnSpLocks/>
          </p:cNvCxnSpPr>
          <p:nvPr userDrawn="1"/>
        </p:nvCxnSpPr>
        <p:spPr>
          <a:xfrm>
            <a:off x="8057039" y="1798638"/>
            <a:ext cx="0" cy="4510686"/>
          </a:xfrm>
          <a:prstGeom prst="line">
            <a:avLst/>
          </a:prstGeom>
          <a:ln>
            <a:solidFill>
              <a:srgbClr val="D0D0CE"/>
            </a:solidFill>
          </a:ln>
        </p:spPr>
        <p:style>
          <a:lnRef idx="1">
            <a:schemeClr val="accent1"/>
          </a:lnRef>
          <a:fillRef idx="0">
            <a:schemeClr val="accent1"/>
          </a:fillRef>
          <a:effectRef idx="0">
            <a:schemeClr val="accent1"/>
          </a:effectRef>
          <a:fontRef idx="minor">
            <a:schemeClr val="tx1"/>
          </a:fontRef>
        </p:style>
      </p:cxnSp>
      <p:sp>
        <p:nvSpPr>
          <p:cNvPr id="22" name="Content 4">
            <a:extLst>
              <a:ext uri="{FF2B5EF4-FFF2-40B4-BE49-F238E27FC236}">
                <a16:creationId xmlns:a16="http://schemas.microsoft.com/office/drawing/2014/main" id="{68CD96E5-A258-408F-B3C3-4040DECC8463}"/>
              </a:ext>
            </a:extLst>
          </p:cNvPr>
          <p:cNvSpPr>
            <a:spLocks noGrp="1"/>
          </p:cNvSpPr>
          <p:nvPr>
            <p:ph sz="half" idx="19" hasCustomPrompt="1"/>
          </p:nvPr>
        </p:nvSpPr>
        <p:spPr>
          <a:xfrm>
            <a:off x="6242382" y="3153599"/>
            <a:ext cx="1668423" cy="3172263"/>
          </a:xfrm>
        </p:spPr>
        <p:txBody>
          <a:bodyPr/>
          <a:lstStyle>
            <a:lvl1pPr rtl="0">
              <a:defRPr sz="1200"/>
            </a:lvl1pPr>
            <a:lvl2pPr rtl="0">
              <a:defRPr sz="1200"/>
            </a:lvl2pPr>
            <a:lvl3pPr rtl="0">
              <a:defRPr sz="1200"/>
            </a:lvl3pPr>
            <a:lvl4pPr rtl="0">
              <a:defRPr sz="1200"/>
            </a:lvl4pPr>
            <a:lvl5pPr rtl="0">
              <a:defRPr sz="1200"/>
            </a:lvl5pPr>
          </a:lstStyle>
          <a:p>
            <a:pPr lvl="0"/>
            <a:r>
              <a:rPr lang="en-US" noProof="0" dirty="0" err="1"/>
              <a:t>Mastertextformat</a:t>
            </a:r>
            <a:r>
              <a:rPr lang="en-US" noProof="0" dirty="0"/>
              <a:t> </a:t>
            </a:r>
            <a:r>
              <a:rPr lang="en-US" noProof="0" dirty="0" err="1"/>
              <a:t>bearbeiten</a:t>
            </a:r>
            <a:endParaRPr lang="en-US" noProof="0" dirty="0"/>
          </a:p>
          <a:p>
            <a:pPr lvl="1"/>
            <a:r>
              <a:rPr lang="en-US" noProof="0" dirty="0" err="1"/>
              <a:t>Zweite</a:t>
            </a:r>
            <a:r>
              <a:rPr lang="en-US" noProof="0" dirty="0"/>
              <a:t> Ebene</a:t>
            </a:r>
          </a:p>
          <a:p>
            <a:pPr lvl="2"/>
            <a:r>
              <a:rPr lang="en-US" noProof="0" dirty="0" err="1"/>
              <a:t>Dritte</a:t>
            </a:r>
            <a:r>
              <a:rPr lang="en-US" noProof="0" dirty="0"/>
              <a:t> Ebene</a:t>
            </a:r>
          </a:p>
          <a:p>
            <a:pPr lvl="3"/>
            <a:r>
              <a:rPr lang="en-US" noProof="0" dirty="0" err="1"/>
              <a:t>Vierte</a:t>
            </a:r>
            <a:r>
              <a:rPr lang="en-US" noProof="0" dirty="0"/>
              <a:t> Ebene</a:t>
            </a:r>
          </a:p>
          <a:p>
            <a:pPr lvl="4"/>
            <a:r>
              <a:rPr lang="en-US" noProof="0" dirty="0" err="1"/>
              <a:t>Fünfte</a:t>
            </a:r>
            <a:r>
              <a:rPr lang="en-US" noProof="0" dirty="0"/>
              <a:t> Ebene</a:t>
            </a:r>
          </a:p>
        </p:txBody>
      </p:sp>
      <p:sp>
        <p:nvSpPr>
          <p:cNvPr id="23" name="Image 4">
            <a:extLst>
              <a:ext uri="{FF2B5EF4-FFF2-40B4-BE49-F238E27FC236}">
                <a16:creationId xmlns:a16="http://schemas.microsoft.com/office/drawing/2014/main" id="{509732D6-5B15-48E9-8D66-E5CB7B806A2F}"/>
              </a:ext>
            </a:extLst>
          </p:cNvPr>
          <p:cNvSpPr>
            <a:spLocks noGrp="1"/>
          </p:cNvSpPr>
          <p:nvPr>
            <p:ph type="pic" sz="quarter" idx="20" hasCustomPrompt="1"/>
          </p:nvPr>
        </p:nvSpPr>
        <p:spPr>
          <a:xfrm>
            <a:off x="6241098" y="1798638"/>
            <a:ext cx="1671637" cy="1198362"/>
          </a:xfrm>
          <a:prstGeom prst="rect">
            <a:avLst/>
          </a:prstGeom>
          <a:solidFill>
            <a:srgbClr val="ECECED"/>
          </a:solidFill>
        </p:spPr>
        <p:txBody>
          <a:bodyPr anchor="ctr"/>
          <a:lstStyle>
            <a:lvl1pPr marL="0" indent="0" algn="ctr" rtl="0">
              <a:buNone/>
              <a:defRPr>
                <a:solidFill>
                  <a:schemeClr val="bg1"/>
                </a:solidFill>
              </a:defRPr>
            </a:lvl1pPr>
          </a:lstStyle>
          <a:p>
            <a:r>
              <a:rPr lang="en-US" noProof="0" dirty="0"/>
              <a:t>Image</a:t>
            </a:r>
          </a:p>
        </p:txBody>
      </p:sp>
      <p:cxnSp>
        <p:nvCxnSpPr>
          <p:cNvPr id="29" name="Vertical line 3">
            <a:extLst>
              <a:ext uri="{FF2B5EF4-FFF2-40B4-BE49-F238E27FC236}">
                <a16:creationId xmlns:a16="http://schemas.microsoft.com/office/drawing/2014/main" id="{3AF74F71-1D5F-4AA3-AE45-9D10C4E13BBE}"/>
              </a:ext>
            </a:extLst>
          </p:cNvPr>
          <p:cNvCxnSpPr>
            <a:cxnSpLocks/>
          </p:cNvCxnSpPr>
          <p:nvPr userDrawn="1"/>
        </p:nvCxnSpPr>
        <p:spPr>
          <a:xfrm>
            <a:off x="6096794" y="1798638"/>
            <a:ext cx="0" cy="4510686"/>
          </a:xfrm>
          <a:prstGeom prst="line">
            <a:avLst/>
          </a:prstGeom>
          <a:ln>
            <a:solidFill>
              <a:srgbClr val="D0D0CE"/>
            </a:solidFill>
          </a:ln>
        </p:spPr>
        <p:style>
          <a:lnRef idx="1">
            <a:schemeClr val="accent1"/>
          </a:lnRef>
          <a:fillRef idx="0">
            <a:schemeClr val="accent1"/>
          </a:fillRef>
          <a:effectRef idx="0">
            <a:schemeClr val="accent1"/>
          </a:effectRef>
          <a:fontRef idx="minor">
            <a:schemeClr val="tx1"/>
          </a:fontRef>
        </p:style>
      </p:cxnSp>
      <p:sp>
        <p:nvSpPr>
          <p:cNvPr id="20" name="Content 3">
            <a:extLst>
              <a:ext uri="{FF2B5EF4-FFF2-40B4-BE49-F238E27FC236}">
                <a16:creationId xmlns:a16="http://schemas.microsoft.com/office/drawing/2014/main" id="{EC183203-B3D2-411F-9751-1D485ABDBE3C}"/>
              </a:ext>
            </a:extLst>
          </p:cNvPr>
          <p:cNvSpPr>
            <a:spLocks noGrp="1"/>
          </p:cNvSpPr>
          <p:nvPr>
            <p:ph sz="half" idx="17" hasCustomPrompt="1"/>
          </p:nvPr>
        </p:nvSpPr>
        <p:spPr>
          <a:xfrm>
            <a:off x="4282780" y="3153599"/>
            <a:ext cx="1668423" cy="3172263"/>
          </a:xfrm>
        </p:spPr>
        <p:txBody>
          <a:bodyPr/>
          <a:lstStyle>
            <a:lvl1pPr rtl="0">
              <a:defRPr sz="1200"/>
            </a:lvl1pPr>
            <a:lvl2pPr rtl="0">
              <a:defRPr sz="1200"/>
            </a:lvl2pPr>
            <a:lvl3pPr rtl="0">
              <a:defRPr sz="1200"/>
            </a:lvl3pPr>
            <a:lvl4pPr rtl="0">
              <a:defRPr sz="1200"/>
            </a:lvl4pPr>
            <a:lvl5pPr rtl="0">
              <a:defRPr sz="1200"/>
            </a:lvl5pPr>
          </a:lstStyle>
          <a:p>
            <a:pPr lvl="0"/>
            <a:r>
              <a:rPr lang="en-US" noProof="0" dirty="0" err="1"/>
              <a:t>Mastertextformat</a:t>
            </a:r>
            <a:r>
              <a:rPr lang="en-US" noProof="0" dirty="0"/>
              <a:t> </a:t>
            </a:r>
            <a:r>
              <a:rPr lang="en-US" noProof="0" dirty="0" err="1"/>
              <a:t>bearbeiten</a:t>
            </a:r>
            <a:endParaRPr lang="en-US" noProof="0" dirty="0"/>
          </a:p>
          <a:p>
            <a:pPr lvl="1"/>
            <a:r>
              <a:rPr lang="en-US" noProof="0" dirty="0" err="1"/>
              <a:t>Zweite</a:t>
            </a:r>
            <a:r>
              <a:rPr lang="en-US" noProof="0" dirty="0"/>
              <a:t> Ebene</a:t>
            </a:r>
          </a:p>
          <a:p>
            <a:pPr lvl="2"/>
            <a:r>
              <a:rPr lang="en-US" noProof="0" dirty="0" err="1"/>
              <a:t>Dritte</a:t>
            </a:r>
            <a:r>
              <a:rPr lang="en-US" noProof="0" dirty="0"/>
              <a:t> Ebene</a:t>
            </a:r>
          </a:p>
          <a:p>
            <a:pPr lvl="3"/>
            <a:r>
              <a:rPr lang="en-US" noProof="0" dirty="0" err="1"/>
              <a:t>Vierte</a:t>
            </a:r>
            <a:r>
              <a:rPr lang="en-US" noProof="0" dirty="0"/>
              <a:t> Ebene</a:t>
            </a:r>
          </a:p>
          <a:p>
            <a:pPr lvl="4"/>
            <a:r>
              <a:rPr lang="en-US" noProof="0" dirty="0" err="1"/>
              <a:t>Fünfte</a:t>
            </a:r>
            <a:r>
              <a:rPr lang="en-US" noProof="0" dirty="0"/>
              <a:t> Ebene</a:t>
            </a:r>
          </a:p>
        </p:txBody>
      </p:sp>
      <p:sp>
        <p:nvSpPr>
          <p:cNvPr id="21" name="Image 3">
            <a:extLst>
              <a:ext uri="{FF2B5EF4-FFF2-40B4-BE49-F238E27FC236}">
                <a16:creationId xmlns:a16="http://schemas.microsoft.com/office/drawing/2014/main" id="{4295571B-BC68-473F-876E-5146CC3517A0}"/>
              </a:ext>
            </a:extLst>
          </p:cNvPr>
          <p:cNvSpPr>
            <a:spLocks noGrp="1"/>
          </p:cNvSpPr>
          <p:nvPr>
            <p:ph type="pic" sz="quarter" idx="18" hasCustomPrompt="1"/>
          </p:nvPr>
        </p:nvSpPr>
        <p:spPr>
          <a:xfrm>
            <a:off x="4280853" y="1798638"/>
            <a:ext cx="1671637" cy="1198362"/>
          </a:xfrm>
          <a:prstGeom prst="rect">
            <a:avLst/>
          </a:prstGeom>
          <a:solidFill>
            <a:srgbClr val="ECECED"/>
          </a:solidFill>
        </p:spPr>
        <p:txBody>
          <a:bodyPr anchor="ctr"/>
          <a:lstStyle>
            <a:lvl1pPr marL="0" indent="0" algn="ctr" rtl="0">
              <a:buNone/>
              <a:defRPr>
                <a:solidFill>
                  <a:schemeClr val="bg1"/>
                </a:solidFill>
              </a:defRPr>
            </a:lvl1pPr>
          </a:lstStyle>
          <a:p>
            <a:r>
              <a:rPr lang="en-US" noProof="0" dirty="0"/>
              <a:t>Image</a:t>
            </a:r>
          </a:p>
        </p:txBody>
      </p:sp>
      <p:cxnSp>
        <p:nvCxnSpPr>
          <p:cNvPr id="28" name="Vertical line 2">
            <a:extLst>
              <a:ext uri="{FF2B5EF4-FFF2-40B4-BE49-F238E27FC236}">
                <a16:creationId xmlns:a16="http://schemas.microsoft.com/office/drawing/2014/main" id="{0884B96F-54C4-42B8-A776-CB255838319D}"/>
              </a:ext>
            </a:extLst>
          </p:cNvPr>
          <p:cNvCxnSpPr>
            <a:cxnSpLocks/>
          </p:cNvCxnSpPr>
          <p:nvPr userDrawn="1"/>
        </p:nvCxnSpPr>
        <p:spPr>
          <a:xfrm>
            <a:off x="4136549" y="1798638"/>
            <a:ext cx="0" cy="4510686"/>
          </a:xfrm>
          <a:prstGeom prst="line">
            <a:avLst/>
          </a:prstGeom>
          <a:ln>
            <a:solidFill>
              <a:srgbClr val="D0D0CE"/>
            </a:solidFill>
          </a:ln>
        </p:spPr>
        <p:style>
          <a:lnRef idx="1">
            <a:schemeClr val="accent1"/>
          </a:lnRef>
          <a:fillRef idx="0">
            <a:schemeClr val="accent1"/>
          </a:fillRef>
          <a:effectRef idx="0">
            <a:schemeClr val="accent1"/>
          </a:effectRef>
          <a:fontRef idx="minor">
            <a:schemeClr val="tx1"/>
          </a:fontRef>
        </p:style>
      </p:cxnSp>
      <p:sp>
        <p:nvSpPr>
          <p:cNvPr id="18" name="Content 2">
            <a:extLst>
              <a:ext uri="{FF2B5EF4-FFF2-40B4-BE49-F238E27FC236}">
                <a16:creationId xmlns:a16="http://schemas.microsoft.com/office/drawing/2014/main" id="{F79A484A-8D5B-4F63-A3EB-E0D732A313A0}"/>
              </a:ext>
            </a:extLst>
          </p:cNvPr>
          <p:cNvSpPr>
            <a:spLocks noGrp="1"/>
          </p:cNvSpPr>
          <p:nvPr>
            <p:ph sz="half" idx="15" hasCustomPrompt="1"/>
          </p:nvPr>
        </p:nvSpPr>
        <p:spPr>
          <a:xfrm>
            <a:off x="2323178" y="3153599"/>
            <a:ext cx="1668423" cy="3172263"/>
          </a:xfrm>
        </p:spPr>
        <p:txBody>
          <a:bodyPr/>
          <a:lstStyle>
            <a:lvl1pPr rtl="0">
              <a:defRPr sz="1200"/>
            </a:lvl1pPr>
            <a:lvl2pPr rtl="0">
              <a:defRPr sz="1200"/>
            </a:lvl2pPr>
            <a:lvl3pPr rtl="0">
              <a:defRPr sz="1200"/>
            </a:lvl3pPr>
            <a:lvl4pPr rtl="0">
              <a:defRPr sz="1200"/>
            </a:lvl4pPr>
            <a:lvl5pPr rtl="0">
              <a:defRPr sz="1200"/>
            </a:lvl5pPr>
          </a:lstStyle>
          <a:p>
            <a:pPr lvl="0"/>
            <a:r>
              <a:rPr lang="en-US" noProof="0" dirty="0" err="1"/>
              <a:t>Mastertextformat</a:t>
            </a:r>
            <a:r>
              <a:rPr lang="en-US" noProof="0" dirty="0"/>
              <a:t> </a:t>
            </a:r>
            <a:r>
              <a:rPr lang="en-US" noProof="0" dirty="0" err="1"/>
              <a:t>bearbeiten</a:t>
            </a:r>
            <a:endParaRPr lang="en-US" noProof="0" dirty="0"/>
          </a:p>
          <a:p>
            <a:pPr lvl="1"/>
            <a:r>
              <a:rPr lang="en-US" noProof="0" dirty="0" err="1"/>
              <a:t>Zweite</a:t>
            </a:r>
            <a:r>
              <a:rPr lang="en-US" noProof="0" dirty="0"/>
              <a:t> Ebene</a:t>
            </a:r>
          </a:p>
          <a:p>
            <a:pPr lvl="2"/>
            <a:r>
              <a:rPr lang="en-US" noProof="0" dirty="0" err="1"/>
              <a:t>Dritte</a:t>
            </a:r>
            <a:r>
              <a:rPr lang="en-US" noProof="0" dirty="0"/>
              <a:t> Ebene</a:t>
            </a:r>
          </a:p>
          <a:p>
            <a:pPr lvl="3"/>
            <a:r>
              <a:rPr lang="en-US" noProof="0" dirty="0" err="1"/>
              <a:t>Vierte</a:t>
            </a:r>
            <a:r>
              <a:rPr lang="en-US" noProof="0" dirty="0"/>
              <a:t> Ebene</a:t>
            </a:r>
          </a:p>
          <a:p>
            <a:pPr lvl="4"/>
            <a:r>
              <a:rPr lang="en-US" noProof="0" dirty="0" err="1"/>
              <a:t>Fünfte</a:t>
            </a:r>
            <a:r>
              <a:rPr lang="en-US" noProof="0" dirty="0"/>
              <a:t> Ebene</a:t>
            </a:r>
          </a:p>
        </p:txBody>
      </p:sp>
      <p:sp>
        <p:nvSpPr>
          <p:cNvPr id="19" name="Image 2">
            <a:extLst>
              <a:ext uri="{FF2B5EF4-FFF2-40B4-BE49-F238E27FC236}">
                <a16:creationId xmlns:a16="http://schemas.microsoft.com/office/drawing/2014/main" id="{39632A69-8FF9-4B4F-8042-7D409F054D38}"/>
              </a:ext>
            </a:extLst>
          </p:cNvPr>
          <p:cNvSpPr>
            <a:spLocks noGrp="1"/>
          </p:cNvSpPr>
          <p:nvPr>
            <p:ph type="pic" sz="quarter" idx="16" hasCustomPrompt="1"/>
          </p:nvPr>
        </p:nvSpPr>
        <p:spPr>
          <a:xfrm>
            <a:off x="2320608" y="1798638"/>
            <a:ext cx="1671637" cy="1198362"/>
          </a:xfrm>
          <a:prstGeom prst="rect">
            <a:avLst/>
          </a:prstGeom>
          <a:solidFill>
            <a:srgbClr val="ECECED"/>
          </a:solidFill>
        </p:spPr>
        <p:txBody>
          <a:bodyPr anchor="ctr"/>
          <a:lstStyle>
            <a:lvl1pPr marL="0" indent="0" algn="ctr" rtl="0">
              <a:buNone/>
              <a:defRPr>
                <a:solidFill>
                  <a:schemeClr val="bg1"/>
                </a:solidFill>
              </a:defRPr>
            </a:lvl1pPr>
          </a:lstStyle>
          <a:p>
            <a:r>
              <a:rPr lang="en-US" noProof="0" dirty="0"/>
              <a:t>Image</a:t>
            </a:r>
          </a:p>
        </p:txBody>
      </p:sp>
      <p:cxnSp>
        <p:nvCxnSpPr>
          <p:cNvPr id="9" name="Vertical line 1">
            <a:extLst>
              <a:ext uri="{FF2B5EF4-FFF2-40B4-BE49-F238E27FC236}">
                <a16:creationId xmlns:a16="http://schemas.microsoft.com/office/drawing/2014/main" id="{8E57CEBF-C847-4B6A-8993-94ED4498E359}"/>
              </a:ext>
            </a:extLst>
          </p:cNvPr>
          <p:cNvCxnSpPr>
            <a:cxnSpLocks/>
          </p:cNvCxnSpPr>
          <p:nvPr userDrawn="1"/>
        </p:nvCxnSpPr>
        <p:spPr>
          <a:xfrm>
            <a:off x="2176304" y="1798638"/>
            <a:ext cx="0" cy="4510686"/>
          </a:xfrm>
          <a:prstGeom prst="line">
            <a:avLst/>
          </a:prstGeom>
          <a:ln>
            <a:solidFill>
              <a:srgbClr val="D0D0CE"/>
            </a:solidFill>
          </a:ln>
        </p:spPr>
        <p:style>
          <a:lnRef idx="1">
            <a:schemeClr val="accent1"/>
          </a:lnRef>
          <a:fillRef idx="0">
            <a:schemeClr val="accent1"/>
          </a:fillRef>
          <a:effectRef idx="0">
            <a:schemeClr val="accent1"/>
          </a:effectRef>
          <a:fontRef idx="minor">
            <a:schemeClr val="tx1"/>
          </a:fontRef>
        </p:style>
      </p:cxnSp>
      <p:sp>
        <p:nvSpPr>
          <p:cNvPr id="3" name="Content 1">
            <a:extLst>
              <a:ext uri="{FF2B5EF4-FFF2-40B4-BE49-F238E27FC236}">
                <a16:creationId xmlns:a16="http://schemas.microsoft.com/office/drawing/2014/main" id="{EAB99FF0-D2F6-49B1-8163-8F41F44BD37E}"/>
              </a:ext>
            </a:extLst>
          </p:cNvPr>
          <p:cNvSpPr>
            <a:spLocks noGrp="1"/>
          </p:cNvSpPr>
          <p:nvPr>
            <p:ph sz="half" idx="1" hasCustomPrompt="1"/>
          </p:nvPr>
        </p:nvSpPr>
        <p:spPr>
          <a:xfrm>
            <a:off x="363576" y="3153599"/>
            <a:ext cx="1668423" cy="3172263"/>
          </a:xfrm>
        </p:spPr>
        <p:txBody>
          <a:bodyPr/>
          <a:lstStyle>
            <a:lvl1pPr rtl="0">
              <a:defRPr sz="1200"/>
            </a:lvl1pPr>
            <a:lvl2pPr rtl="0">
              <a:defRPr sz="1200"/>
            </a:lvl2pPr>
            <a:lvl3pPr rtl="0">
              <a:defRPr sz="1200"/>
            </a:lvl3pPr>
            <a:lvl4pPr rtl="0">
              <a:defRPr sz="1200"/>
            </a:lvl4pPr>
            <a:lvl5pPr rtl="0">
              <a:defRPr sz="1200"/>
            </a:lvl5pPr>
          </a:lstStyle>
          <a:p>
            <a:pPr lvl="0"/>
            <a:r>
              <a:rPr lang="en-US" noProof="0" dirty="0" err="1"/>
              <a:t>Mastertextformat</a:t>
            </a:r>
            <a:r>
              <a:rPr lang="en-US" noProof="0" dirty="0"/>
              <a:t> </a:t>
            </a:r>
            <a:r>
              <a:rPr lang="en-US" noProof="0" dirty="0" err="1"/>
              <a:t>bearbeiten</a:t>
            </a:r>
            <a:endParaRPr lang="en-US" noProof="0" dirty="0"/>
          </a:p>
          <a:p>
            <a:pPr lvl="1"/>
            <a:r>
              <a:rPr lang="en-US" noProof="0" dirty="0" err="1"/>
              <a:t>Zweite</a:t>
            </a:r>
            <a:r>
              <a:rPr lang="en-US" noProof="0" dirty="0"/>
              <a:t> Ebene</a:t>
            </a:r>
          </a:p>
          <a:p>
            <a:pPr lvl="2"/>
            <a:r>
              <a:rPr lang="en-US" noProof="0" dirty="0" err="1"/>
              <a:t>Dritte</a:t>
            </a:r>
            <a:r>
              <a:rPr lang="en-US" noProof="0" dirty="0"/>
              <a:t> Ebene</a:t>
            </a:r>
          </a:p>
          <a:p>
            <a:pPr lvl="3"/>
            <a:r>
              <a:rPr lang="en-US" noProof="0" dirty="0" err="1"/>
              <a:t>Vierte</a:t>
            </a:r>
            <a:r>
              <a:rPr lang="en-US" noProof="0" dirty="0"/>
              <a:t> Ebene</a:t>
            </a:r>
          </a:p>
          <a:p>
            <a:pPr lvl="4"/>
            <a:r>
              <a:rPr lang="en-US" noProof="0" dirty="0" err="1"/>
              <a:t>Fünfte</a:t>
            </a:r>
            <a:r>
              <a:rPr lang="en-US" noProof="0" dirty="0"/>
              <a:t> Ebene</a:t>
            </a:r>
          </a:p>
        </p:txBody>
      </p:sp>
      <p:sp>
        <p:nvSpPr>
          <p:cNvPr id="10" name="Image 1">
            <a:extLst>
              <a:ext uri="{FF2B5EF4-FFF2-40B4-BE49-F238E27FC236}">
                <a16:creationId xmlns:a16="http://schemas.microsoft.com/office/drawing/2014/main" id="{172A9D52-A6B4-4186-A652-2BF58B83EA64}"/>
              </a:ext>
            </a:extLst>
          </p:cNvPr>
          <p:cNvSpPr>
            <a:spLocks noGrp="1"/>
          </p:cNvSpPr>
          <p:nvPr>
            <p:ph type="pic" sz="quarter" idx="14" hasCustomPrompt="1"/>
          </p:nvPr>
        </p:nvSpPr>
        <p:spPr>
          <a:xfrm>
            <a:off x="360363" y="1798638"/>
            <a:ext cx="1671637" cy="1198362"/>
          </a:xfrm>
          <a:prstGeom prst="rect">
            <a:avLst/>
          </a:prstGeom>
          <a:solidFill>
            <a:srgbClr val="ECECED"/>
          </a:solidFill>
        </p:spPr>
        <p:txBody>
          <a:bodyPr anchor="ctr"/>
          <a:lstStyle>
            <a:lvl1pPr marL="0" indent="0" algn="ctr" rtl="0">
              <a:buNone/>
              <a:defRPr>
                <a:solidFill>
                  <a:schemeClr val="bg1"/>
                </a:solidFill>
              </a:defRPr>
            </a:lvl1pPr>
          </a:lstStyle>
          <a:p>
            <a:r>
              <a:rPr lang="en-US" noProof="0" dirty="0"/>
              <a:t>Image</a:t>
            </a:r>
          </a:p>
        </p:txBody>
      </p:sp>
      <p:sp>
        <p:nvSpPr>
          <p:cNvPr id="2" name="Title">
            <a:extLst>
              <a:ext uri="{FF2B5EF4-FFF2-40B4-BE49-F238E27FC236}">
                <a16:creationId xmlns:a16="http://schemas.microsoft.com/office/drawing/2014/main" id="{5F9BD10A-C2D6-4AAB-81E0-AE2109049063}"/>
              </a:ext>
            </a:extLst>
          </p:cNvPr>
          <p:cNvSpPr>
            <a:spLocks noGrp="1"/>
          </p:cNvSpPr>
          <p:nvPr>
            <p:ph type="title" hasCustomPrompt="1"/>
          </p:nvPr>
        </p:nvSpPr>
        <p:spPr>
          <a:xfrm>
            <a:off x="360000" y="900000"/>
            <a:ext cx="11473200" cy="720000"/>
          </a:xfrm>
        </p:spPr>
        <p:txBody>
          <a:bodyPr vert="horz"/>
          <a:lstStyle>
            <a:lvl1pPr rtl="0">
              <a:defRPr/>
            </a:lvl1pPr>
          </a:lstStyle>
          <a:p>
            <a:r>
              <a:rPr lang="en-US" dirty="0"/>
              <a:t>Headline of the Slide with a Maximum Length of Two Lines</a:t>
            </a:r>
            <a:endParaRPr lang="en-US" noProof="0" dirty="0"/>
          </a:p>
        </p:txBody>
      </p:sp>
      <p:sp>
        <p:nvSpPr>
          <p:cNvPr id="8" name="Chapter">
            <a:extLst>
              <a:ext uri="{FF2B5EF4-FFF2-40B4-BE49-F238E27FC236}">
                <a16:creationId xmlns:a16="http://schemas.microsoft.com/office/drawing/2014/main" id="{9F511298-DC0E-4550-AEAA-AAE6E08F28B8}"/>
              </a:ext>
            </a:extLst>
          </p:cNvPr>
          <p:cNvSpPr>
            <a:spLocks noGrp="1"/>
          </p:cNvSpPr>
          <p:nvPr>
            <p:ph type="body" sz="quarter" idx="13" hasCustomPrompt="1"/>
          </p:nvPr>
        </p:nvSpPr>
        <p:spPr>
          <a:xfrm>
            <a:off x="360000" y="360000"/>
            <a:ext cx="7558088" cy="258763"/>
          </a:xfrm>
        </p:spPr>
        <p:txBody>
          <a:bodyPr/>
          <a:lstStyle>
            <a:lvl1pPr marL="0" indent="0" rtl="0">
              <a:buNone/>
              <a:defRPr sz="1200">
                <a:solidFill>
                  <a:schemeClr val="accent1"/>
                </a:solidFill>
              </a:defRPr>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noProof="0" dirty="0"/>
              <a:t>Chapter Title (no headline)</a:t>
            </a:r>
          </a:p>
        </p:txBody>
      </p:sp>
    </p:spTree>
    <p:extLst>
      <p:ext uri="{BB962C8B-B14F-4D97-AF65-F5344CB8AC3E}">
        <p14:creationId xmlns:p14="http://schemas.microsoft.com/office/powerpoint/2010/main" val="195732734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Image full">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8213A608-6B93-43E0-B415-E96E34D6D420}"/>
              </a:ext>
            </a:extLst>
          </p:cNvPr>
          <p:cNvGraphicFramePr>
            <a:graphicFrameLocks noChangeAspect="1"/>
          </p:cNvGraphicFramePr>
          <p:nvPr userDrawn="1">
            <p:custDataLst>
              <p:tags r:id="rId1"/>
            </p:custDataLst>
            <p:extLst>
              <p:ext uri="{D42A27DB-BD31-4B8C-83A1-F6EECF244321}">
                <p14:modId xmlns:p14="http://schemas.microsoft.com/office/powerpoint/2010/main" val="281509301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0" imgH="469" progId="TCLayout.ActiveDocument.1">
                  <p:embed/>
                </p:oleObj>
              </mc:Choice>
              <mc:Fallback>
                <p:oleObj name="think-cell Slide" r:id="rId3" imgW="470" imgH="469"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Pagenumber">
            <a:extLst>
              <a:ext uri="{FF2B5EF4-FFF2-40B4-BE49-F238E27FC236}">
                <a16:creationId xmlns:a16="http://schemas.microsoft.com/office/drawing/2014/main" id="{D9733840-5907-4AC5-88E8-F3DE1E63038C}"/>
              </a:ext>
            </a:extLst>
          </p:cNvPr>
          <p:cNvSpPr>
            <a:spLocks noGrp="1"/>
          </p:cNvSpPr>
          <p:nvPr>
            <p:ph type="sldNum" sz="quarter" idx="12"/>
          </p:nvPr>
        </p:nvSpPr>
        <p:spPr/>
        <p:txBody>
          <a:bodyPr/>
          <a:lstStyle>
            <a:lvl1pPr rtl="0">
              <a:defRPr/>
            </a:lvl1pPr>
          </a:lstStyle>
          <a:p>
            <a:fld id="{0CE2C118-78B0-4948-9692-2E57815A59D4}" type="slidenum">
              <a:rPr lang="en-US" noProof="0" smtClean="0"/>
              <a:pPr/>
              <a:t>‹#›</a:t>
            </a:fld>
            <a:endParaRPr lang="en-US" noProof="0" dirty="0"/>
          </a:p>
        </p:txBody>
      </p:sp>
      <p:sp>
        <p:nvSpPr>
          <p:cNvPr id="4" name="Footer">
            <a:extLst>
              <a:ext uri="{FF2B5EF4-FFF2-40B4-BE49-F238E27FC236}">
                <a16:creationId xmlns:a16="http://schemas.microsoft.com/office/drawing/2014/main" id="{B29C8B83-8942-4A59-885F-2D6341D1D1AD}"/>
              </a:ext>
            </a:extLst>
          </p:cNvPr>
          <p:cNvSpPr>
            <a:spLocks noGrp="1"/>
          </p:cNvSpPr>
          <p:nvPr>
            <p:ph type="ftr" sz="quarter" idx="11"/>
          </p:nvPr>
        </p:nvSpPr>
        <p:spPr/>
        <p:txBody>
          <a:bodyPr/>
          <a:lstStyle>
            <a:lvl1pPr rtl="0">
              <a:defRPr/>
            </a:lvl1pPr>
          </a:lstStyle>
          <a:p>
            <a:r>
              <a:rPr lang="en-US" noProof="0"/>
              <a:t>YeJun Kim / SM JP INT</a:t>
            </a:r>
            <a:endParaRPr lang="en-US" noProof="0" dirty="0"/>
          </a:p>
        </p:txBody>
      </p:sp>
      <p:sp>
        <p:nvSpPr>
          <p:cNvPr id="3" name="Date">
            <a:extLst>
              <a:ext uri="{FF2B5EF4-FFF2-40B4-BE49-F238E27FC236}">
                <a16:creationId xmlns:a16="http://schemas.microsoft.com/office/drawing/2014/main" id="{A4C8D079-23F4-43B1-BC9F-781D13A92A23}"/>
              </a:ext>
            </a:extLst>
          </p:cNvPr>
          <p:cNvSpPr>
            <a:spLocks noGrp="1"/>
          </p:cNvSpPr>
          <p:nvPr>
            <p:ph type="dt" sz="half" idx="10"/>
          </p:nvPr>
        </p:nvSpPr>
        <p:spPr/>
        <p:txBody>
          <a:bodyPr/>
          <a:lstStyle>
            <a:lvl1pPr rtl="0">
              <a:defRPr/>
            </a:lvl1pPr>
          </a:lstStyle>
          <a:p>
            <a:r>
              <a:rPr lang="de-DE" noProof="0"/>
              <a:t>2026-07-01</a:t>
            </a:r>
            <a:endParaRPr lang="en-US" noProof="0" dirty="0"/>
          </a:p>
        </p:txBody>
      </p:sp>
      <p:sp>
        <p:nvSpPr>
          <p:cNvPr id="6" name="Image 1">
            <a:extLst>
              <a:ext uri="{FF2B5EF4-FFF2-40B4-BE49-F238E27FC236}">
                <a16:creationId xmlns:a16="http://schemas.microsoft.com/office/drawing/2014/main" id="{78F17472-7AF5-49D5-A8E4-D7893AD61528}"/>
              </a:ext>
            </a:extLst>
          </p:cNvPr>
          <p:cNvSpPr>
            <a:spLocks noGrp="1"/>
          </p:cNvSpPr>
          <p:nvPr>
            <p:ph type="pic" sz="quarter" idx="14" hasCustomPrompt="1"/>
          </p:nvPr>
        </p:nvSpPr>
        <p:spPr>
          <a:xfrm>
            <a:off x="0" y="0"/>
            <a:ext cx="12192000" cy="6786000"/>
          </a:xfrm>
          <a:prstGeom prst="rect">
            <a:avLst/>
          </a:prstGeom>
          <a:solidFill>
            <a:srgbClr val="ECECED"/>
          </a:solidFill>
        </p:spPr>
        <p:txBody>
          <a:bodyPr anchor="ctr"/>
          <a:lstStyle>
            <a:lvl1pPr marL="0" indent="0" algn="ctr" rtl="0">
              <a:buNone/>
              <a:defRPr>
                <a:solidFill>
                  <a:schemeClr val="bg1"/>
                </a:solidFill>
              </a:defRPr>
            </a:lvl1pPr>
          </a:lstStyle>
          <a:p>
            <a:r>
              <a:rPr lang="en-US" noProof="0" dirty="0"/>
              <a:t>Click to add image</a:t>
            </a:r>
          </a:p>
        </p:txBody>
      </p:sp>
    </p:spTree>
    <p:extLst>
      <p:ext uri="{BB962C8B-B14F-4D97-AF65-F5344CB8AC3E}">
        <p14:creationId xmlns:p14="http://schemas.microsoft.com/office/powerpoint/2010/main" val="196747903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act">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20372369-77E3-4409-83F4-F8CC55AB0457}"/>
              </a:ext>
            </a:extLst>
          </p:cNvPr>
          <p:cNvGraphicFramePr>
            <a:graphicFrameLocks noChangeAspect="1"/>
          </p:cNvGraphicFramePr>
          <p:nvPr userDrawn="1">
            <p:custDataLst>
              <p:tags r:id="rId1"/>
            </p:custDataLst>
            <p:extLst>
              <p:ext uri="{D42A27DB-BD31-4B8C-83A1-F6EECF244321}">
                <p14:modId xmlns:p14="http://schemas.microsoft.com/office/powerpoint/2010/main" val="42196676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0" imgH="469" progId="TCLayout.ActiveDocument.1">
                  <p:embed/>
                </p:oleObj>
              </mc:Choice>
              <mc:Fallback>
                <p:oleObj name="think-cell Slide" r:id="rId3" imgW="470" imgH="469"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Grey area">
            <a:extLst>
              <a:ext uri="{FF2B5EF4-FFF2-40B4-BE49-F238E27FC236}">
                <a16:creationId xmlns:a16="http://schemas.microsoft.com/office/drawing/2014/main" id="{7D76D020-43F5-4832-8180-8B52E75B5982}"/>
              </a:ext>
            </a:extLst>
          </p:cNvPr>
          <p:cNvSpPr/>
          <p:nvPr userDrawn="1"/>
        </p:nvSpPr>
        <p:spPr>
          <a:xfrm>
            <a:off x="5655236" y="0"/>
            <a:ext cx="6536764" cy="6786000"/>
          </a:xfrm>
          <a:custGeom>
            <a:avLst/>
            <a:gdLst>
              <a:gd name="connsiteX0" fmla="*/ 3200943 w 6536764"/>
              <a:gd name="connsiteY0" fmla="*/ 0 h 6786000"/>
              <a:gd name="connsiteX1" fmla="*/ 6536764 w 6536764"/>
              <a:gd name="connsiteY1" fmla="*/ 0 h 6786000"/>
              <a:gd name="connsiteX2" fmla="*/ 6536764 w 6536764"/>
              <a:gd name="connsiteY2" fmla="*/ 6786000 h 6786000"/>
              <a:gd name="connsiteX3" fmla="*/ 0 w 6536764"/>
              <a:gd name="connsiteY3" fmla="*/ 6786000 h 6786000"/>
            </a:gdLst>
            <a:ahLst/>
            <a:cxnLst>
              <a:cxn ang="0">
                <a:pos x="connsiteX0" y="connsiteY0"/>
              </a:cxn>
              <a:cxn ang="0">
                <a:pos x="connsiteX1" y="connsiteY1"/>
              </a:cxn>
              <a:cxn ang="0">
                <a:pos x="connsiteX2" y="connsiteY2"/>
              </a:cxn>
              <a:cxn ang="0">
                <a:pos x="connsiteX3" y="connsiteY3"/>
              </a:cxn>
            </a:cxnLst>
            <a:rect l="l" t="t" r="r" b="b"/>
            <a:pathLst>
              <a:path w="6536764" h="6786000">
                <a:moveTo>
                  <a:pt x="3200943" y="0"/>
                </a:moveTo>
                <a:lnTo>
                  <a:pt x="6536764" y="0"/>
                </a:lnTo>
                <a:lnTo>
                  <a:pt x="6536764" y="6786000"/>
                </a:lnTo>
                <a:lnTo>
                  <a:pt x="0" y="6786000"/>
                </a:lnTo>
                <a:close/>
              </a:path>
            </a:pathLst>
          </a:custGeom>
          <a:solidFill>
            <a:srgbClr val="ECECE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noProof="0"/>
          </a:p>
        </p:txBody>
      </p:sp>
      <p:sp>
        <p:nvSpPr>
          <p:cNvPr id="25" name="Web">
            <a:extLst>
              <a:ext uri="{FF2B5EF4-FFF2-40B4-BE49-F238E27FC236}">
                <a16:creationId xmlns:a16="http://schemas.microsoft.com/office/drawing/2014/main" id="{CA01E385-DD4B-4DC3-81A8-255F7ADF14DC}"/>
              </a:ext>
            </a:extLst>
          </p:cNvPr>
          <p:cNvSpPr txBox="1"/>
          <p:nvPr userDrawn="1"/>
        </p:nvSpPr>
        <p:spPr>
          <a:xfrm>
            <a:off x="8202580" y="5924312"/>
            <a:ext cx="3629025" cy="393938"/>
          </a:xfrm>
          <a:prstGeom prst="rect">
            <a:avLst/>
          </a:prstGeom>
        </p:spPr>
        <p:txBody>
          <a:bodyPr vert="horz" wrap="square" lIns="0" tIns="0" rIns="0" bIns="0" rtlCol="0" anchor="b">
            <a:noAutofit/>
          </a:bodyPr>
          <a:lstStyle/>
          <a:p>
            <a:pPr marL="0" lvl="0" indent="0" algn="r" rtl="0">
              <a:lnSpc>
                <a:spcPts val="600"/>
              </a:lnSpc>
              <a:buNone/>
            </a:pPr>
            <a:r>
              <a:rPr lang="en-US" sz="1800" b="1" noProof="0" dirty="0">
                <a:solidFill>
                  <a:schemeClr val="accent1"/>
                </a:solidFill>
              </a:rPr>
              <a:t>primetals.com</a:t>
            </a:r>
          </a:p>
        </p:txBody>
      </p:sp>
      <p:sp>
        <p:nvSpPr>
          <p:cNvPr id="24" name="Copyright">
            <a:extLst>
              <a:ext uri="{FF2B5EF4-FFF2-40B4-BE49-F238E27FC236}">
                <a16:creationId xmlns:a16="http://schemas.microsoft.com/office/drawing/2014/main" id="{FD6B7E72-4CD5-4BAB-B779-15A9C6E91BED}"/>
              </a:ext>
            </a:extLst>
          </p:cNvPr>
          <p:cNvSpPr txBox="1"/>
          <p:nvPr userDrawn="1"/>
        </p:nvSpPr>
        <p:spPr>
          <a:xfrm>
            <a:off x="8202580" y="2204864"/>
            <a:ext cx="3628800" cy="3465314"/>
          </a:xfrm>
          <a:prstGeom prst="rect">
            <a:avLst/>
          </a:prstGeom>
        </p:spPr>
        <p:txBody>
          <a:bodyPr vert="horz" wrap="square" lIns="0" tIns="0" rIns="0" bIns="0" rtlCol="0" anchor="b">
            <a:noAutofit/>
          </a:bodyPr>
          <a:lstStyle/>
          <a:p>
            <a:pPr marL="0" indent="0" rtl="0">
              <a:lnSpc>
                <a:spcPct val="107000"/>
              </a:lnSpc>
              <a:spcBef>
                <a:spcPts val="0"/>
              </a:spcBef>
              <a:spcAft>
                <a:spcPts val="0"/>
              </a:spcAft>
              <a:buNone/>
              <a:tabLst>
                <a:tab pos="359410" algn="l"/>
                <a:tab pos="719455" algn="l"/>
                <a:tab pos="1079500" algn="l"/>
                <a:tab pos="1439545" algn="l"/>
                <a:tab pos="1799590" algn="l"/>
                <a:tab pos="2159635" algn="l"/>
                <a:tab pos="2519680" algn="l"/>
                <a:tab pos="2879725" algn="l"/>
                <a:tab pos="3239770" algn="l"/>
                <a:tab pos="3599815" algn="l"/>
                <a:tab pos="3959860" algn="l"/>
                <a:tab pos="4319905" algn="l"/>
              </a:tabLst>
            </a:pPr>
            <a:r>
              <a:rPr lang="en-US" sz="900" noProof="0" dirty="0">
                <a:solidFill>
                  <a:srgbClr val="63666A"/>
                </a:solidFill>
                <a:effectLst/>
                <a:latin typeface="+mj-lt"/>
                <a:ea typeface="Times New Roman" panose="02020603050405020304" pitchFamily="18" charset="0"/>
                <a:cs typeface="Times New Roman" panose="02020603050405020304" pitchFamily="18" charset="0"/>
              </a:rPr>
              <a:t>The information (including, e.g., figures and numbers) provided in this document contains merely general descriptions or characteristics of performance based on estimates and assumptions which have not been verified. These estimates and assumptions have to be analyzed on a case-to-case basis and might change as a result of further product development.</a:t>
            </a:r>
          </a:p>
          <a:p>
            <a:pPr marL="0" indent="0" rtl="0">
              <a:lnSpc>
                <a:spcPct val="107000"/>
              </a:lnSpc>
              <a:spcBef>
                <a:spcPts val="0"/>
              </a:spcBef>
              <a:spcAft>
                <a:spcPts val="0"/>
              </a:spcAft>
              <a:buNone/>
              <a:tabLst>
                <a:tab pos="359410" algn="l"/>
                <a:tab pos="719455" algn="l"/>
                <a:tab pos="1079500" algn="l"/>
                <a:tab pos="1439545" algn="l"/>
                <a:tab pos="1799590" algn="l"/>
                <a:tab pos="2159635" algn="l"/>
                <a:tab pos="2519680" algn="l"/>
                <a:tab pos="2879725" algn="l"/>
                <a:tab pos="3239770" algn="l"/>
                <a:tab pos="3599815" algn="l"/>
                <a:tab pos="3959860" algn="l"/>
                <a:tab pos="4319905" algn="l"/>
              </a:tabLst>
            </a:pPr>
            <a:r>
              <a:rPr lang="en-US" sz="900" noProof="0" dirty="0">
                <a:solidFill>
                  <a:srgbClr val="63666A"/>
                </a:solidFill>
                <a:effectLst/>
                <a:latin typeface="+mj-lt"/>
                <a:ea typeface="Times New Roman" panose="02020603050405020304" pitchFamily="18" charset="0"/>
                <a:cs typeface="Times New Roman" panose="02020603050405020304" pitchFamily="18" charset="0"/>
              </a:rPr>
              <a:t> </a:t>
            </a:r>
          </a:p>
          <a:p>
            <a:pPr marL="0" indent="0" rtl="0">
              <a:lnSpc>
                <a:spcPct val="107000"/>
              </a:lnSpc>
              <a:spcBef>
                <a:spcPts val="0"/>
              </a:spcBef>
              <a:spcAft>
                <a:spcPts val="0"/>
              </a:spcAft>
              <a:buNone/>
              <a:tabLst>
                <a:tab pos="359410" algn="l"/>
                <a:tab pos="719455" algn="l"/>
                <a:tab pos="1079500" algn="l"/>
                <a:tab pos="1439545" algn="l"/>
                <a:tab pos="1799590" algn="l"/>
                <a:tab pos="2159635" algn="l"/>
                <a:tab pos="2519680" algn="l"/>
                <a:tab pos="2879725" algn="l"/>
                <a:tab pos="3239770" algn="l"/>
                <a:tab pos="3599815" algn="l"/>
                <a:tab pos="3959860" algn="l"/>
                <a:tab pos="4319905" algn="l"/>
              </a:tabLst>
            </a:pPr>
            <a:r>
              <a:rPr lang="en-US" sz="900" noProof="0" dirty="0">
                <a:solidFill>
                  <a:srgbClr val="63666A"/>
                </a:solidFill>
                <a:effectLst/>
                <a:latin typeface="+mj-lt"/>
                <a:ea typeface="Times New Roman" panose="02020603050405020304" pitchFamily="18" charset="0"/>
                <a:cs typeface="Times New Roman" panose="02020603050405020304" pitchFamily="18" charset="0"/>
              </a:rPr>
              <a:t>It is no representation, does not constitute and/or evidence a contract or an offer to enter into a contract to any extent and is not binding upon the parties. Any obligation to provide and/or demonstrate respective characteristics shall only exist if expressly agreed in the terms of the contract.</a:t>
            </a:r>
          </a:p>
          <a:p>
            <a:pPr marL="0" indent="0" rtl="0">
              <a:lnSpc>
                <a:spcPct val="107000"/>
              </a:lnSpc>
              <a:spcBef>
                <a:spcPts val="0"/>
              </a:spcBef>
              <a:spcAft>
                <a:spcPts val="0"/>
              </a:spcAft>
              <a:buNone/>
              <a:tabLst>
                <a:tab pos="359410" algn="l"/>
                <a:tab pos="719455" algn="l"/>
                <a:tab pos="1079500" algn="l"/>
                <a:tab pos="1439545" algn="l"/>
                <a:tab pos="1799590" algn="l"/>
                <a:tab pos="2159635" algn="l"/>
                <a:tab pos="2519680" algn="l"/>
                <a:tab pos="2879725" algn="l"/>
                <a:tab pos="3239770" algn="l"/>
                <a:tab pos="3599815" algn="l"/>
                <a:tab pos="3959860" algn="l"/>
                <a:tab pos="4319905" algn="l"/>
              </a:tabLst>
            </a:pPr>
            <a:r>
              <a:rPr lang="en-US" sz="900" noProof="0" dirty="0">
                <a:solidFill>
                  <a:srgbClr val="63666A"/>
                </a:solidFill>
                <a:effectLst/>
                <a:latin typeface="+mj-lt"/>
                <a:ea typeface="Times New Roman" panose="02020603050405020304" pitchFamily="18" charset="0"/>
                <a:cs typeface="Times New Roman" panose="02020603050405020304" pitchFamily="18" charset="0"/>
              </a:rPr>
              <a:t> </a:t>
            </a:r>
          </a:p>
          <a:p>
            <a:pPr marL="0" indent="0" rtl="0">
              <a:lnSpc>
                <a:spcPct val="107000"/>
              </a:lnSpc>
              <a:spcBef>
                <a:spcPts val="0"/>
              </a:spcBef>
              <a:spcAft>
                <a:spcPts val="0"/>
              </a:spcAft>
              <a:buNone/>
              <a:tabLst>
                <a:tab pos="359410" algn="l"/>
                <a:tab pos="719455" algn="l"/>
                <a:tab pos="1079500" algn="l"/>
                <a:tab pos="1439545" algn="l"/>
                <a:tab pos="1799590" algn="l"/>
                <a:tab pos="2159635" algn="l"/>
                <a:tab pos="2519680" algn="l"/>
                <a:tab pos="2879725" algn="l"/>
                <a:tab pos="3239770" algn="l"/>
                <a:tab pos="3599815" algn="l"/>
                <a:tab pos="3959860" algn="l"/>
                <a:tab pos="4319905" algn="l"/>
              </a:tabLst>
            </a:pPr>
            <a:r>
              <a:rPr lang="en-US" sz="900" noProof="0" dirty="0">
                <a:solidFill>
                  <a:srgbClr val="63666A"/>
                </a:solidFill>
                <a:effectLst/>
                <a:latin typeface="+mj-lt"/>
                <a:ea typeface="Times New Roman" panose="02020603050405020304" pitchFamily="18" charset="0"/>
                <a:cs typeface="Times New Roman" panose="02020603050405020304" pitchFamily="18" charset="0"/>
              </a:rPr>
              <a:t>Primetals Technologies excludes any liability whatsoever under or in connection with any provided information, estimates and assumptions. The provided information, estimates and assumptions shall be without prejudice to any possible future offer and/or contract.</a:t>
            </a:r>
          </a:p>
          <a:p>
            <a:pPr marL="0" indent="0" rtl="0">
              <a:lnSpc>
                <a:spcPct val="107000"/>
              </a:lnSpc>
              <a:spcBef>
                <a:spcPts val="0"/>
              </a:spcBef>
              <a:spcAft>
                <a:spcPts val="0"/>
              </a:spcAft>
              <a:buNone/>
              <a:tabLst>
                <a:tab pos="359410" algn="l"/>
                <a:tab pos="719455" algn="l"/>
                <a:tab pos="1079500" algn="l"/>
                <a:tab pos="1439545" algn="l"/>
                <a:tab pos="1799590" algn="l"/>
                <a:tab pos="2159635" algn="l"/>
                <a:tab pos="2519680" algn="l"/>
                <a:tab pos="2879725" algn="l"/>
                <a:tab pos="3239770" algn="l"/>
                <a:tab pos="3599815" algn="l"/>
                <a:tab pos="3959860" algn="l"/>
                <a:tab pos="4319905" algn="l"/>
              </a:tabLst>
            </a:pPr>
            <a:endParaRPr lang="en-US" sz="900" noProof="0" dirty="0">
              <a:solidFill>
                <a:srgbClr val="63666A"/>
              </a:solidFill>
              <a:effectLst/>
              <a:latin typeface="+mj-lt"/>
              <a:ea typeface="Times New Roman" panose="02020603050405020304" pitchFamily="18" charset="0"/>
              <a:cs typeface="Times New Roman" panose="02020603050405020304" pitchFamily="18" charset="0"/>
            </a:endParaRPr>
          </a:p>
          <a:p>
            <a:pPr marL="0" indent="0" rtl="0">
              <a:lnSpc>
                <a:spcPct val="107000"/>
              </a:lnSpc>
              <a:spcBef>
                <a:spcPts val="0"/>
              </a:spcBef>
              <a:spcAft>
                <a:spcPts val="0"/>
              </a:spcAft>
              <a:buNone/>
              <a:tabLst>
                <a:tab pos="359410" algn="l"/>
                <a:tab pos="719455" algn="l"/>
                <a:tab pos="1079500" algn="l"/>
                <a:tab pos="1439545" algn="l"/>
                <a:tab pos="1799590" algn="l"/>
                <a:tab pos="2159635" algn="l"/>
                <a:tab pos="2519680" algn="l"/>
                <a:tab pos="2879725" algn="l"/>
                <a:tab pos="3239770" algn="l"/>
                <a:tab pos="3599815" algn="l"/>
                <a:tab pos="3959860" algn="l"/>
                <a:tab pos="4319905" algn="l"/>
              </a:tabLst>
            </a:pPr>
            <a:r>
              <a:rPr lang="en-US" sz="900" noProof="0" dirty="0">
                <a:solidFill>
                  <a:srgbClr val="63666A"/>
                </a:solidFill>
                <a:effectLst/>
                <a:latin typeface="+mj-lt"/>
                <a:ea typeface="Times New Roman" panose="02020603050405020304" pitchFamily="18" charset="0"/>
                <a:cs typeface="Times New Roman" panose="02020603050405020304" pitchFamily="18" charset="0"/>
              </a:rPr>
              <a:t>Any information provided by Primetals Technologies to the recipient shall be subject to applicable confidentiality obligations and shall be used by the recipient at their own convenience and at their sole risk.</a:t>
            </a:r>
          </a:p>
        </p:txBody>
      </p:sp>
      <p:sp>
        <p:nvSpPr>
          <p:cNvPr id="22" name="Contact data">
            <a:extLst>
              <a:ext uri="{FF2B5EF4-FFF2-40B4-BE49-F238E27FC236}">
                <a16:creationId xmlns:a16="http://schemas.microsoft.com/office/drawing/2014/main" id="{112646BB-C4D1-4366-BD7C-A9EB34DC4771}"/>
              </a:ext>
            </a:extLst>
          </p:cNvPr>
          <p:cNvSpPr>
            <a:spLocks noGrp="1"/>
          </p:cNvSpPr>
          <p:nvPr>
            <p:ph type="body" sz="quarter" idx="21" hasCustomPrompt="1"/>
          </p:nvPr>
        </p:nvSpPr>
        <p:spPr>
          <a:xfrm>
            <a:off x="360000" y="1798638"/>
            <a:ext cx="3628800" cy="3142530"/>
          </a:xfrm>
        </p:spPr>
        <p:txBody>
          <a:bodyPr/>
          <a:lstStyle>
            <a:lvl1pPr marL="0" indent="0" rtl="0">
              <a:buNone/>
              <a:defRPr sz="1200">
                <a:solidFill>
                  <a:srgbClr val="63666A"/>
                </a:solidFill>
              </a:defRPr>
            </a:lvl1pPr>
            <a:lvl2pPr marL="457200" indent="0">
              <a:buNone/>
              <a:defRPr sz="1200">
                <a:solidFill>
                  <a:srgbClr val="63666A"/>
                </a:solidFill>
              </a:defRPr>
            </a:lvl2pPr>
            <a:lvl3pPr marL="914400" indent="0">
              <a:buNone/>
              <a:defRPr sz="1200">
                <a:solidFill>
                  <a:srgbClr val="63666A"/>
                </a:solidFill>
              </a:defRPr>
            </a:lvl3pPr>
            <a:lvl4pPr marL="1371600" indent="0">
              <a:buNone/>
              <a:defRPr sz="1200">
                <a:solidFill>
                  <a:srgbClr val="63666A"/>
                </a:solidFill>
              </a:defRPr>
            </a:lvl4pPr>
            <a:lvl5pPr marL="1828800" indent="0">
              <a:buNone/>
              <a:defRPr sz="1200">
                <a:solidFill>
                  <a:srgbClr val="63666A"/>
                </a:solidFill>
              </a:defRPr>
            </a:lvl5pPr>
          </a:lstStyle>
          <a:p>
            <a:pPr lvl="0"/>
            <a:r>
              <a:rPr lang="en-US" noProof="0" dirty="0"/>
              <a:t>Contact data</a:t>
            </a:r>
          </a:p>
        </p:txBody>
      </p:sp>
      <p:pic>
        <p:nvPicPr>
          <p:cNvPr id="15" name="Logo">
            <a:extLst>
              <a:ext uri="{FF2B5EF4-FFF2-40B4-BE49-F238E27FC236}">
                <a16:creationId xmlns:a16="http://schemas.microsoft.com/office/drawing/2014/main" id="{9A966E24-D50B-4BD0-A269-7D46EB12DED8}"/>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10157605" y="320400"/>
            <a:ext cx="1674000" cy="424119"/>
          </a:xfrm>
          <a:prstGeom prst="rect">
            <a:avLst/>
          </a:prstGeom>
        </p:spPr>
      </p:pic>
      <p:sp>
        <p:nvSpPr>
          <p:cNvPr id="23" name="Chapter">
            <a:extLst>
              <a:ext uri="{FF2B5EF4-FFF2-40B4-BE49-F238E27FC236}">
                <a16:creationId xmlns:a16="http://schemas.microsoft.com/office/drawing/2014/main" id="{D9EB63FD-45E9-4F5C-A776-B23A7F12524B}"/>
              </a:ext>
            </a:extLst>
          </p:cNvPr>
          <p:cNvSpPr txBox="1"/>
          <p:nvPr userDrawn="1"/>
        </p:nvSpPr>
        <p:spPr>
          <a:xfrm>
            <a:off x="360000" y="360000"/>
            <a:ext cx="7558088" cy="393938"/>
          </a:xfrm>
          <a:prstGeom prst="rect">
            <a:avLst/>
          </a:prstGeom>
        </p:spPr>
        <p:txBody>
          <a:bodyPr vert="horz" wrap="square" lIns="0" tIns="0" rIns="0" bIns="0" rtlCol="0">
            <a:noAutofit/>
          </a:bodyPr>
          <a:lstStyle/>
          <a:p>
            <a:pPr marL="0" indent="0" algn="l" rtl="0">
              <a:buFont typeface="Arial" panose="020B0604020202020204" pitchFamily="34" charset="0"/>
              <a:buNone/>
            </a:pPr>
            <a:r>
              <a:rPr lang="en-US" sz="1200" noProof="0" dirty="0">
                <a:solidFill>
                  <a:srgbClr val="63666A"/>
                </a:solidFill>
              </a:rPr>
              <a:t>Contact</a:t>
            </a:r>
          </a:p>
        </p:txBody>
      </p:sp>
      <p:sp>
        <p:nvSpPr>
          <p:cNvPr id="8" name="Pagenumber">
            <a:extLst>
              <a:ext uri="{FF2B5EF4-FFF2-40B4-BE49-F238E27FC236}">
                <a16:creationId xmlns:a16="http://schemas.microsoft.com/office/drawing/2014/main" id="{9BE096DF-7E33-4E2C-9A50-D832101918DD}"/>
              </a:ext>
            </a:extLst>
          </p:cNvPr>
          <p:cNvSpPr>
            <a:spLocks noGrp="1"/>
          </p:cNvSpPr>
          <p:nvPr>
            <p:ph type="sldNum" sz="quarter" idx="12"/>
          </p:nvPr>
        </p:nvSpPr>
        <p:spPr>
          <a:xfrm>
            <a:off x="11208568" y="6453000"/>
            <a:ext cx="623069" cy="252000"/>
          </a:xfrm>
        </p:spPr>
        <p:txBody>
          <a:bodyPr/>
          <a:lstStyle>
            <a:lvl1pPr rtl="0">
              <a:defRPr/>
            </a:lvl1pPr>
          </a:lstStyle>
          <a:p>
            <a:fld id="{0CE2C118-78B0-4948-9692-2E57815A59D4}" type="slidenum">
              <a:rPr lang="en-US" noProof="0" smtClean="0"/>
              <a:pPr/>
              <a:t>‹#›</a:t>
            </a:fld>
            <a:endParaRPr lang="en-US" noProof="0" dirty="0"/>
          </a:p>
        </p:txBody>
      </p:sp>
      <p:sp>
        <p:nvSpPr>
          <p:cNvPr id="9" name="Footer">
            <a:extLst>
              <a:ext uri="{FF2B5EF4-FFF2-40B4-BE49-F238E27FC236}">
                <a16:creationId xmlns:a16="http://schemas.microsoft.com/office/drawing/2014/main" id="{C0B02AFD-E5B1-4740-A66E-C0BA2AE5F83C}"/>
              </a:ext>
            </a:extLst>
          </p:cNvPr>
          <p:cNvSpPr>
            <a:spLocks noGrp="1"/>
          </p:cNvSpPr>
          <p:nvPr>
            <p:ph type="ftr" sz="quarter" idx="11"/>
          </p:nvPr>
        </p:nvSpPr>
        <p:spPr>
          <a:xfrm>
            <a:off x="6242050" y="6453000"/>
            <a:ext cx="3625549" cy="252000"/>
          </a:xfrm>
        </p:spPr>
        <p:txBody>
          <a:bodyPr/>
          <a:lstStyle>
            <a:lvl1pPr rtl="0">
              <a:defRPr/>
            </a:lvl1pPr>
          </a:lstStyle>
          <a:p>
            <a:r>
              <a:rPr lang="en-US" noProof="0"/>
              <a:t>YeJun Kim / SM JP INT</a:t>
            </a:r>
          </a:p>
        </p:txBody>
      </p:sp>
      <p:sp>
        <p:nvSpPr>
          <p:cNvPr id="10" name="Date">
            <a:extLst>
              <a:ext uri="{FF2B5EF4-FFF2-40B4-BE49-F238E27FC236}">
                <a16:creationId xmlns:a16="http://schemas.microsoft.com/office/drawing/2014/main" id="{681EC5C6-F2AF-4E9A-9EB5-26DCA01AF041}"/>
              </a:ext>
            </a:extLst>
          </p:cNvPr>
          <p:cNvSpPr>
            <a:spLocks noGrp="1"/>
          </p:cNvSpPr>
          <p:nvPr>
            <p:ph type="dt" sz="half" idx="10"/>
          </p:nvPr>
        </p:nvSpPr>
        <p:spPr>
          <a:xfrm>
            <a:off x="10158112" y="6453000"/>
            <a:ext cx="1050456" cy="252000"/>
          </a:xfrm>
        </p:spPr>
        <p:txBody>
          <a:bodyPr/>
          <a:lstStyle>
            <a:lvl1pPr rtl="0">
              <a:defRPr/>
            </a:lvl1pPr>
          </a:lstStyle>
          <a:p>
            <a:r>
              <a:rPr lang="de-DE" noProof="0"/>
              <a:t>2026-07-01</a:t>
            </a:r>
            <a:endParaRPr lang="en-US" noProof="0" dirty="0"/>
          </a:p>
        </p:txBody>
      </p:sp>
      <p:pic>
        <p:nvPicPr>
          <p:cNvPr id="3" name="LogoConcast" descr="Ein Bild, das Screenshot, Schrift, Schwarz, Grafiken enthält.&#10;&#10;Automatisch generierte Beschreibung" hidden="1">
            <a:extLst>
              <a:ext uri="{FF2B5EF4-FFF2-40B4-BE49-F238E27FC236}">
                <a16:creationId xmlns:a16="http://schemas.microsoft.com/office/drawing/2014/main" id="{664FF57F-3052-E48C-E8EC-E2968F6C249A}"/>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0163175" y="360363"/>
            <a:ext cx="1674000" cy="278909"/>
          </a:xfrm>
          <a:prstGeom prst="rect">
            <a:avLst/>
          </a:prstGeom>
        </p:spPr>
      </p:pic>
    </p:spTree>
    <p:extLst>
      <p:ext uri="{BB962C8B-B14F-4D97-AF65-F5344CB8AC3E}">
        <p14:creationId xmlns:p14="http://schemas.microsoft.com/office/powerpoint/2010/main" val="302830968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act_PTCN">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20372369-77E3-4409-83F4-F8CC55AB0457}"/>
              </a:ext>
            </a:extLst>
          </p:cNvPr>
          <p:cNvGraphicFramePr>
            <a:graphicFrameLocks noChangeAspect="1"/>
          </p:cNvGraphicFramePr>
          <p:nvPr userDrawn="1">
            <p:custDataLst>
              <p:tags r:id="rId1"/>
            </p:custDataLst>
            <p:extLst>
              <p:ext uri="{D42A27DB-BD31-4B8C-83A1-F6EECF244321}">
                <p14:modId xmlns:p14="http://schemas.microsoft.com/office/powerpoint/2010/main" val="42196676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0" imgH="469" progId="TCLayout.ActiveDocument.1">
                  <p:embed/>
                </p:oleObj>
              </mc:Choice>
              <mc:Fallback>
                <p:oleObj name="think-cell Slide" r:id="rId3" imgW="470" imgH="469" progId="TCLayout.ActiveDocument.1">
                  <p:embed/>
                  <p:pic>
                    <p:nvPicPr>
                      <p:cNvPr id="2" name="Object 1" hidden="1">
                        <a:extLst>
                          <a:ext uri="{FF2B5EF4-FFF2-40B4-BE49-F238E27FC236}">
                            <a16:creationId xmlns:a16="http://schemas.microsoft.com/office/drawing/2014/main" id="{20372369-77E3-4409-83F4-F8CC55AB045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Grey area">
            <a:extLst>
              <a:ext uri="{FF2B5EF4-FFF2-40B4-BE49-F238E27FC236}">
                <a16:creationId xmlns:a16="http://schemas.microsoft.com/office/drawing/2014/main" id="{7D76D020-43F5-4832-8180-8B52E75B5982}"/>
              </a:ext>
            </a:extLst>
          </p:cNvPr>
          <p:cNvSpPr/>
          <p:nvPr userDrawn="1"/>
        </p:nvSpPr>
        <p:spPr>
          <a:xfrm>
            <a:off x="5655236" y="0"/>
            <a:ext cx="6536764" cy="6786000"/>
          </a:xfrm>
          <a:custGeom>
            <a:avLst/>
            <a:gdLst>
              <a:gd name="connsiteX0" fmla="*/ 3200943 w 6536764"/>
              <a:gd name="connsiteY0" fmla="*/ 0 h 6786000"/>
              <a:gd name="connsiteX1" fmla="*/ 6536764 w 6536764"/>
              <a:gd name="connsiteY1" fmla="*/ 0 h 6786000"/>
              <a:gd name="connsiteX2" fmla="*/ 6536764 w 6536764"/>
              <a:gd name="connsiteY2" fmla="*/ 6786000 h 6786000"/>
              <a:gd name="connsiteX3" fmla="*/ 0 w 6536764"/>
              <a:gd name="connsiteY3" fmla="*/ 6786000 h 6786000"/>
            </a:gdLst>
            <a:ahLst/>
            <a:cxnLst>
              <a:cxn ang="0">
                <a:pos x="connsiteX0" y="connsiteY0"/>
              </a:cxn>
              <a:cxn ang="0">
                <a:pos x="connsiteX1" y="connsiteY1"/>
              </a:cxn>
              <a:cxn ang="0">
                <a:pos x="connsiteX2" y="connsiteY2"/>
              </a:cxn>
              <a:cxn ang="0">
                <a:pos x="connsiteX3" y="connsiteY3"/>
              </a:cxn>
            </a:cxnLst>
            <a:rect l="l" t="t" r="r" b="b"/>
            <a:pathLst>
              <a:path w="6536764" h="6786000">
                <a:moveTo>
                  <a:pt x="3200943" y="0"/>
                </a:moveTo>
                <a:lnTo>
                  <a:pt x="6536764" y="0"/>
                </a:lnTo>
                <a:lnTo>
                  <a:pt x="6536764" y="6786000"/>
                </a:lnTo>
                <a:lnTo>
                  <a:pt x="0" y="6786000"/>
                </a:lnTo>
                <a:close/>
              </a:path>
            </a:pathLst>
          </a:custGeom>
          <a:solidFill>
            <a:srgbClr val="ECECE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noProof="0"/>
          </a:p>
        </p:txBody>
      </p:sp>
      <p:sp>
        <p:nvSpPr>
          <p:cNvPr id="25" name="Web">
            <a:extLst>
              <a:ext uri="{FF2B5EF4-FFF2-40B4-BE49-F238E27FC236}">
                <a16:creationId xmlns:a16="http://schemas.microsoft.com/office/drawing/2014/main" id="{CA01E385-DD4B-4DC3-81A8-255F7ADF14DC}"/>
              </a:ext>
            </a:extLst>
          </p:cNvPr>
          <p:cNvSpPr txBox="1"/>
          <p:nvPr userDrawn="1"/>
        </p:nvSpPr>
        <p:spPr>
          <a:xfrm>
            <a:off x="8202580" y="5924312"/>
            <a:ext cx="3629025" cy="393938"/>
          </a:xfrm>
          <a:prstGeom prst="rect">
            <a:avLst/>
          </a:prstGeom>
        </p:spPr>
        <p:txBody>
          <a:bodyPr vert="horz" wrap="square" lIns="0" tIns="0" rIns="0" bIns="0" rtlCol="0" anchor="b">
            <a:noAutofit/>
          </a:bodyPr>
          <a:lstStyle/>
          <a:p>
            <a:pPr marL="0" lvl="0" indent="0" algn="r" rtl="0">
              <a:lnSpc>
                <a:spcPts val="600"/>
              </a:lnSpc>
              <a:buNone/>
            </a:pPr>
            <a:r>
              <a:rPr lang="en-US" sz="1800" b="1" noProof="0" dirty="0">
                <a:solidFill>
                  <a:schemeClr val="accent1"/>
                </a:solidFill>
              </a:rPr>
              <a:t>primetals.com</a:t>
            </a:r>
          </a:p>
        </p:txBody>
      </p:sp>
      <p:sp>
        <p:nvSpPr>
          <p:cNvPr id="24" name="Copyright">
            <a:extLst>
              <a:ext uri="{FF2B5EF4-FFF2-40B4-BE49-F238E27FC236}">
                <a16:creationId xmlns:a16="http://schemas.microsoft.com/office/drawing/2014/main" id="{FD6B7E72-4CD5-4BAB-B779-15A9C6E91BED}"/>
              </a:ext>
            </a:extLst>
          </p:cNvPr>
          <p:cNvSpPr txBox="1"/>
          <p:nvPr userDrawn="1"/>
        </p:nvSpPr>
        <p:spPr>
          <a:xfrm>
            <a:off x="8202580" y="2204864"/>
            <a:ext cx="3628800" cy="3465314"/>
          </a:xfrm>
          <a:prstGeom prst="rect">
            <a:avLst/>
          </a:prstGeom>
        </p:spPr>
        <p:txBody>
          <a:bodyPr vert="horz" wrap="square" lIns="0" tIns="0" rIns="0" bIns="0" rtlCol="0" anchor="b">
            <a:noAutofit/>
          </a:bodyPr>
          <a:lstStyle/>
          <a:p>
            <a:pPr marL="0" indent="0" rtl="0">
              <a:lnSpc>
                <a:spcPct val="107000"/>
              </a:lnSpc>
              <a:spcBef>
                <a:spcPts val="0"/>
              </a:spcBef>
              <a:spcAft>
                <a:spcPts val="0"/>
              </a:spcAft>
              <a:buNone/>
              <a:tabLst>
                <a:tab pos="359410" algn="l"/>
                <a:tab pos="719455" algn="l"/>
                <a:tab pos="1079500" algn="l"/>
                <a:tab pos="1439545" algn="l"/>
                <a:tab pos="1799590" algn="l"/>
                <a:tab pos="2159635" algn="l"/>
                <a:tab pos="2519680" algn="l"/>
                <a:tab pos="2879725" algn="l"/>
                <a:tab pos="3239770" algn="l"/>
                <a:tab pos="3599815" algn="l"/>
                <a:tab pos="3959860" algn="l"/>
                <a:tab pos="4319905" algn="l"/>
              </a:tabLst>
            </a:pPr>
            <a:r>
              <a:rPr lang="en-US" sz="900" noProof="0" dirty="0">
                <a:solidFill>
                  <a:srgbClr val="63666A"/>
                </a:solidFill>
                <a:effectLst/>
                <a:latin typeface="+mj-lt"/>
                <a:ea typeface="Times New Roman" panose="02020603050405020304" pitchFamily="18" charset="0"/>
                <a:cs typeface="Times New Roman" panose="02020603050405020304" pitchFamily="18" charset="0"/>
              </a:rPr>
              <a:t>Please note that all the personal information contained in this document and attachments may be shared with and stored in affiliates and suppliers of Primetals Technologies China Ltd. outside P. R. China (“Recipient”) as necessary for the conduct of its business, which, in any case, will be treated confidentially and legally by Primetals Technologies China Ltd. and the Recipient based on legal requirements and internal data compliance systems. Your acknowledgment, sending, reply, and execution of this document and/or its attachments shall be deemed to be your agreement to let Primetals Technologies China Ltd. handle your personal information in the way mentioned above. If you do not agree to such an arrangement, please contact us via the contact information in this document within five working days upon receipt of this document. </a:t>
            </a:r>
            <a:r>
              <a:rPr lang="en-US" sz="900" b="1" u="sng" noProof="0" dirty="0">
                <a:solidFill>
                  <a:srgbClr val="63666A"/>
                </a:solidFill>
                <a:effectLst/>
                <a:latin typeface="+mj-lt"/>
                <a:ea typeface="Times New Roman" panose="02020603050405020304" pitchFamily="18" charset="0"/>
                <a:cs typeface="Times New Roman" panose="02020603050405020304" pitchFamily="18" charset="0"/>
              </a:rPr>
              <a:t>Otherwise, it will be deemed that you have entirely agreed on and confirmed the contents herein.</a:t>
            </a:r>
          </a:p>
          <a:p>
            <a:pPr marL="0" indent="0" rtl="0">
              <a:lnSpc>
                <a:spcPct val="107000"/>
              </a:lnSpc>
              <a:spcBef>
                <a:spcPts val="0"/>
              </a:spcBef>
              <a:spcAft>
                <a:spcPts val="0"/>
              </a:spcAft>
              <a:buNone/>
              <a:tabLst>
                <a:tab pos="359410" algn="l"/>
                <a:tab pos="719455" algn="l"/>
                <a:tab pos="1079500" algn="l"/>
                <a:tab pos="1439545" algn="l"/>
                <a:tab pos="1799590" algn="l"/>
                <a:tab pos="2159635" algn="l"/>
                <a:tab pos="2519680" algn="l"/>
                <a:tab pos="2879725" algn="l"/>
                <a:tab pos="3239770" algn="l"/>
                <a:tab pos="3599815" algn="l"/>
                <a:tab pos="3959860" algn="l"/>
                <a:tab pos="4319905" algn="l"/>
              </a:tabLst>
            </a:pPr>
            <a:br>
              <a:rPr lang="en-US" sz="900" noProof="0" dirty="0">
                <a:solidFill>
                  <a:srgbClr val="63666A"/>
                </a:solidFill>
                <a:effectLst/>
                <a:latin typeface="+mj-lt"/>
                <a:ea typeface="Times New Roman" panose="02020603050405020304" pitchFamily="18" charset="0"/>
                <a:cs typeface="Times New Roman" panose="02020603050405020304" pitchFamily="18" charset="0"/>
              </a:rPr>
            </a:br>
            <a:r>
              <a:rPr lang="zh-CN" altLang="en-US" sz="900" noProof="0" dirty="0">
                <a:solidFill>
                  <a:srgbClr val="63666A"/>
                </a:solidFill>
                <a:effectLst/>
                <a:latin typeface="+mj-lt"/>
                <a:ea typeface="Times New Roman" panose="02020603050405020304" pitchFamily="18" charset="0"/>
                <a:cs typeface="Times New Roman" panose="02020603050405020304" pitchFamily="18" charset="0"/>
              </a:rPr>
              <a:t>请注意，本文件及其附件中所包含的个人信息基于业务开展之必要性可能会被共享及保存至普锐特冶金技术（中国）有限公司位于中华人民共和国境外的关联公司及供应商处（“接收方”），但在任何情况下，普锐特冶金技术（中国）有限公司及接收方均会对该个人信息基于法律要求和内部数据合规制度严格保密并依法处理。您对本文件和</a:t>
            </a:r>
            <a:r>
              <a:rPr lang="en-US" altLang="zh-CN" sz="900" noProof="0" dirty="0">
                <a:solidFill>
                  <a:srgbClr val="63666A"/>
                </a:solidFill>
                <a:effectLst/>
                <a:latin typeface="+mj-lt"/>
                <a:ea typeface="Times New Roman" panose="02020603050405020304" pitchFamily="18" charset="0"/>
                <a:cs typeface="Times New Roman" panose="02020603050405020304" pitchFamily="18" charset="0"/>
              </a:rPr>
              <a:t>/</a:t>
            </a:r>
            <a:r>
              <a:rPr lang="zh-CN" altLang="en-US" sz="900" noProof="0" dirty="0">
                <a:solidFill>
                  <a:srgbClr val="63666A"/>
                </a:solidFill>
                <a:effectLst/>
                <a:latin typeface="+mj-lt"/>
                <a:ea typeface="Times New Roman" panose="02020603050405020304" pitchFamily="18" charset="0"/>
                <a:cs typeface="Times New Roman" panose="02020603050405020304" pitchFamily="18" charset="0"/>
              </a:rPr>
              <a:t>或其附件的确认、发送、回复、继续操作和执行等，视为您已经同意普锐特冶金技术（中国）有限公司按如上方式处理您的该等个人信息。如您不同意此安排，请在收到本文件后五个工作日内以本文件所示之联系方式联系我方，</a:t>
            </a:r>
            <a:r>
              <a:rPr lang="zh-CN" altLang="en-US" sz="900" b="1" u="sng" noProof="0" dirty="0">
                <a:solidFill>
                  <a:srgbClr val="63666A"/>
                </a:solidFill>
                <a:effectLst/>
                <a:latin typeface="+mj-lt"/>
                <a:ea typeface="Times New Roman" panose="02020603050405020304" pitchFamily="18" charset="0"/>
                <a:cs typeface="Times New Roman" panose="02020603050405020304" pitchFamily="18" charset="0"/>
              </a:rPr>
              <a:t>否则，我方将视为您已完全同意并确认了此处之全部内容</a:t>
            </a:r>
            <a:r>
              <a:rPr lang="ja-JP" altLang="en-US" sz="900" b="1" u="sng" noProof="0" dirty="0">
                <a:solidFill>
                  <a:srgbClr val="63666A"/>
                </a:solidFill>
                <a:effectLst/>
                <a:latin typeface="+mj-lt"/>
                <a:ea typeface="Times New Roman" panose="02020603050405020304" pitchFamily="18" charset="0"/>
                <a:cs typeface="Times New Roman" panose="02020603050405020304" pitchFamily="18" charset="0"/>
              </a:rPr>
              <a:t>。</a:t>
            </a:r>
            <a:endParaRPr lang="en-US" sz="900" b="1" u="sng" noProof="0" dirty="0">
              <a:solidFill>
                <a:srgbClr val="63666A"/>
              </a:solidFill>
              <a:effectLst/>
              <a:latin typeface="+mj-lt"/>
              <a:ea typeface="Times New Roman" panose="02020603050405020304" pitchFamily="18" charset="0"/>
              <a:cs typeface="Times New Roman" panose="02020603050405020304" pitchFamily="18" charset="0"/>
            </a:endParaRPr>
          </a:p>
        </p:txBody>
      </p:sp>
      <p:sp>
        <p:nvSpPr>
          <p:cNvPr id="22" name="Contact data">
            <a:extLst>
              <a:ext uri="{FF2B5EF4-FFF2-40B4-BE49-F238E27FC236}">
                <a16:creationId xmlns:a16="http://schemas.microsoft.com/office/drawing/2014/main" id="{112646BB-C4D1-4366-BD7C-A9EB34DC4771}"/>
              </a:ext>
            </a:extLst>
          </p:cNvPr>
          <p:cNvSpPr>
            <a:spLocks noGrp="1"/>
          </p:cNvSpPr>
          <p:nvPr>
            <p:ph type="body" sz="quarter" idx="21" hasCustomPrompt="1"/>
          </p:nvPr>
        </p:nvSpPr>
        <p:spPr>
          <a:xfrm>
            <a:off x="360000" y="1798638"/>
            <a:ext cx="3628800" cy="3142530"/>
          </a:xfrm>
        </p:spPr>
        <p:txBody>
          <a:bodyPr/>
          <a:lstStyle>
            <a:lvl1pPr marL="0" indent="0" rtl="0">
              <a:buNone/>
              <a:defRPr sz="1200">
                <a:solidFill>
                  <a:srgbClr val="63666A"/>
                </a:solidFill>
              </a:defRPr>
            </a:lvl1pPr>
            <a:lvl2pPr marL="457200" indent="0">
              <a:buNone/>
              <a:defRPr sz="1200">
                <a:solidFill>
                  <a:srgbClr val="63666A"/>
                </a:solidFill>
              </a:defRPr>
            </a:lvl2pPr>
            <a:lvl3pPr marL="914400" indent="0">
              <a:buNone/>
              <a:defRPr sz="1200">
                <a:solidFill>
                  <a:srgbClr val="63666A"/>
                </a:solidFill>
              </a:defRPr>
            </a:lvl3pPr>
            <a:lvl4pPr marL="1371600" indent="0">
              <a:buNone/>
              <a:defRPr sz="1200">
                <a:solidFill>
                  <a:srgbClr val="63666A"/>
                </a:solidFill>
              </a:defRPr>
            </a:lvl4pPr>
            <a:lvl5pPr marL="1828800" indent="0">
              <a:buNone/>
              <a:defRPr sz="1200">
                <a:solidFill>
                  <a:srgbClr val="63666A"/>
                </a:solidFill>
              </a:defRPr>
            </a:lvl5pPr>
          </a:lstStyle>
          <a:p>
            <a:pPr lvl="0"/>
            <a:r>
              <a:rPr lang="en-US" noProof="0" dirty="0"/>
              <a:t>Contact data</a:t>
            </a:r>
          </a:p>
        </p:txBody>
      </p:sp>
      <p:pic>
        <p:nvPicPr>
          <p:cNvPr id="15" name="Logo">
            <a:extLst>
              <a:ext uri="{FF2B5EF4-FFF2-40B4-BE49-F238E27FC236}">
                <a16:creationId xmlns:a16="http://schemas.microsoft.com/office/drawing/2014/main" id="{9A966E24-D50B-4BD0-A269-7D46EB12DED8}"/>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10157605" y="320400"/>
            <a:ext cx="1674000" cy="424119"/>
          </a:xfrm>
          <a:prstGeom prst="rect">
            <a:avLst/>
          </a:prstGeom>
        </p:spPr>
      </p:pic>
      <p:sp>
        <p:nvSpPr>
          <p:cNvPr id="23" name="Chapter">
            <a:extLst>
              <a:ext uri="{FF2B5EF4-FFF2-40B4-BE49-F238E27FC236}">
                <a16:creationId xmlns:a16="http://schemas.microsoft.com/office/drawing/2014/main" id="{D9EB63FD-45E9-4F5C-A776-B23A7F12524B}"/>
              </a:ext>
            </a:extLst>
          </p:cNvPr>
          <p:cNvSpPr txBox="1"/>
          <p:nvPr userDrawn="1"/>
        </p:nvSpPr>
        <p:spPr>
          <a:xfrm>
            <a:off x="360000" y="360000"/>
            <a:ext cx="7558088" cy="393938"/>
          </a:xfrm>
          <a:prstGeom prst="rect">
            <a:avLst/>
          </a:prstGeom>
        </p:spPr>
        <p:txBody>
          <a:bodyPr vert="horz" wrap="square" lIns="0" tIns="0" rIns="0" bIns="0" rtlCol="0">
            <a:noAutofit/>
          </a:bodyPr>
          <a:lstStyle/>
          <a:p>
            <a:pPr marL="0" indent="0" algn="l" rtl="0">
              <a:buFont typeface="Arial" panose="020B0604020202020204" pitchFamily="34" charset="0"/>
              <a:buNone/>
            </a:pPr>
            <a:r>
              <a:rPr lang="en-US" sz="1200" noProof="0" dirty="0">
                <a:solidFill>
                  <a:srgbClr val="63666A"/>
                </a:solidFill>
              </a:rPr>
              <a:t>Contact</a:t>
            </a:r>
          </a:p>
        </p:txBody>
      </p:sp>
      <p:sp>
        <p:nvSpPr>
          <p:cNvPr id="8" name="Pagenumber">
            <a:extLst>
              <a:ext uri="{FF2B5EF4-FFF2-40B4-BE49-F238E27FC236}">
                <a16:creationId xmlns:a16="http://schemas.microsoft.com/office/drawing/2014/main" id="{9BE096DF-7E33-4E2C-9A50-D832101918DD}"/>
              </a:ext>
            </a:extLst>
          </p:cNvPr>
          <p:cNvSpPr>
            <a:spLocks noGrp="1"/>
          </p:cNvSpPr>
          <p:nvPr>
            <p:ph type="sldNum" sz="quarter" idx="12"/>
          </p:nvPr>
        </p:nvSpPr>
        <p:spPr>
          <a:xfrm>
            <a:off x="11208568" y="6453000"/>
            <a:ext cx="623069" cy="252000"/>
          </a:xfrm>
        </p:spPr>
        <p:txBody>
          <a:bodyPr/>
          <a:lstStyle>
            <a:lvl1pPr rtl="0">
              <a:defRPr/>
            </a:lvl1pPr>
          </a:lstStyle>
          <a:p>
            <a:fld id="{0CE2C118-78B0-4948-9692-2E57815A59D4}" type="slidenum">
              <a:rPr lang="en-US" noProof="0" smtClean="0"/>
              <a:pPr/>
              <a:t>‹#›</a:t>
            </a:fld>
            <a:endParaRPr lang="en-US" noProof="0" dirty="0"/>
          </a:p>
        </p:txBody>
      </p:sp>
      <p:sp>
        <p:nvSpPr>
          <p:cNvPr id="9" name="Footer">
            <a:extLst>
              <a:ext uri="{FF2B5EF4-FFF2-40B4-BE49-F238E27FC236}">
                <a16:creationId xmlns:a16="http://schemas.microsoft.com/office/drawing/2014/main" id="{C0B02AFD-E5B1-4740-A66E-C0BA2AE5F83C}"/>
              </a:ext>
            </a:extLst>
          </p:cNvPr>
          <p:cNvSpPr>
            <a:spLocks noGrp="1"/>
          </p:cNvSpPr>
          <p:nvPr>
            <p:ph type="ftr" sz="quarter" idx="11"/>
          </p:nvPr>
        </p:nvSpPr>
        <p:spPr>
          <a:xfrm>
            <a:off x="6242050" y="6453000"/>
            <a:ext cx="3625549" cy="252000"/>
          </a:xfrm>
        </p:spPr>
        <p:txBody>
          <a:bodyPr/>
          <a:lstStyle>
            <a:lvl1pPr rtl="0">
              <a:defRPr/>
            </a:lvl1pPr>
          </a:lstStyle>
          <a:p>
            <a:r>
              <a:rPr lang="en-US" noProof="0"/>
              <a:t>YeJun Kim / SM JP INT</a:t>
            </a:r>
          </a:p>
        </p:txBody>
      </p:sp>
      <p:sp>
        <p:nvSpPr>
          <p:cNvPr id="10" name="Date">
            <a:extLst>
              <a:ext uri="{FF2B5EF4-FFF2-40B4-BE49-F238E27FC236}">
                <a16:creationId xmlns:a16="http://schemas.microsoft.com/office/drawing/2014/main" id="{681EC5C6-F2AF-4E9A-9EB5-26DCA01AF041}"/>
              </a:ext>
            </a:extLst>
          </p:cNvPr>
          <p:cNvSpPr>
            <a:spLocks noGrp="1"/>
          </p:cNvSpPr>
          <p:nvPr>
            <p:ph type="dt" sz="half" idx="10"/>
          </p:nvPr>
        </p:nvSpPr>
        <p:spPr>
          <a:xfrm>
            <a:off x="10158112" y="6453000"/>
            <a:ext cx="1050456" cy="252000"/>
          </a:xfrm>
        </p:spPr>
        <p:txBody>
          <a:bodyPr/>
          <a:lstStyle>
            <a:lvl1pPr rtl="0">
              <a:defRPr/>
            </a:lvl1pPr>
          </a:lstStyle>
          <a:p>
            <a:r>
              <a:rPr lang="de-DE" noProof="0"/>
              <a:t>2026-07-01</a:t>
            </a:r>
            <a:endParaRPr lang="en-US" noProof="0" dirty="0"/>
          </a:p>
        </p:txBody>
      </p:sp>
      <p:pic>
        <p:nvPicPr>
          <p:cNvPr id="3" name="LogoConcast" descr="Ein Bild, das Screenshot, Schrift, Schwarz, Grafiken enthält.&#10;&#10;Automatisch generierte Beschreibung" hidden="1">
            <a:extLst>
              <a:ext uri="{FF2B5EF4-FFF2-40B4-BE49-F238E27FC236}">
                <a16:creationId xmlns:a16="http://schemas.microsoft.com/office/drawing/2014/main" id="{925B11B9-E4EE-235E-5DD1-85E969F5EBB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0163175" y="360363"/>
            <a:ext cx="1674000" cy="278909"/>
          </a:xfrm>
          <a:prstGeom prst="rect">
            <a:avLst/>
          </a:prstGeom>
        </p:spPr>
      </p:pic>
    </p:spTree>
    <p:extLst>
      <p:ext uri="{BB962C8B-B14F-4D97-AF65-F5344CB8AC3E}">
        <p14:creationId xmlns:p14="http://schemas.microsoft.com/office/powerpoint/2010/main" val="162762056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act_Concast">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20372369-77E3-4409-83F4-F8CC55AB0457}"/>
              </a:ext>
            </a:extLst>
          </p:cNvPr>
          <p:cNvGraphicFramePr>
            <a:graphicFrameLocks noChangeAspect="1"/>
          </p:cNvGraphicFramePr>
          <p:nvPr userDrawn="1">
            <p:custDataLst>
              <p:tags r:id="rId1"/>
            </p:custDataLst>
            <p:extLst>
              <p:ext uri="{D42A27DB-BD31-4B8C-83A1-F6EECF244321}">
                <p14:modId xmlns:p14="http://schemas.microsoft.com/office/powerpoint/2010/main" val="42196676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0" imgH="469" progId="TCLayout.ActiveDocument.1">
                  <p:embed/>
                </p:oleObj>
              </mc:Choice>
              <mc:Fallback>
                <p:oleObj name="think-cell Slide" r:id="rId3" imgW="470" imgH="469" progId="TCLayout.ActiveDocument.1">
                  <p:embed/>
                  <p:pic>
                    <p:nvPicPr>
                      <p:cNvPr id="2" name="Object 1" hidden="1">
                        <a:extLst>
                          <a:ext uri="{FF2B5EF4-FFF2-40B4-BE49-F238E27FC236}">
                            <a16:creationId xmlns:a16="http://schemas.microsoft.com/office/drawing/2014/main" id="{20372369-77E3-4409-83F4-F8CC55AB045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Grey area">
            <a:extLst>
              <a:ext uri="{FF2B5EF4-FFF2-40B4-BE49-F238E27FC236}">
                <a16:creationId xmlns:a16="http://schemas.microsoft.com/office/drawing/2014/main" id="{7D76D020-43F5-4832-8180-8B52E75B5982}"/>
              </a:ext>
            </a:extLst>
          </p:cNvPr>
          <p:cNvSpPr/>
          <p:nvPr userDrawn="1"/>
        </p:nvSpPr>
        <p:spPr>
          <a:xfrm>
            <a:off x="5655236" y="0"/>
            <a:ext cx="6536764" cy="6786000"/>
          </a:xfrm>
          <a:custGeom>
            <a:avLst/>
            <a:gdLst>
              <a:gd name="connsiteX0" fmla="*/ 3200943 w 6536764"/>
              <a:gd name="connsiteY0" fmla="*/ 0 h 6786000"/>
              <a:gd name="connsiteX1" fmla="*/ 6536764 w 6536764"/>
              <a:gd name="connsiteY1" fmla="*/ 0 h 6786000"/>
              <a:gd name="connsiteX2" fmla="*/ 6536764 w 6536764"/>
              <a:gd name="connsiteY2" fmla="*/ 6786000 h 6786000"/>
              <a:gd name="connsiteX3" fmla="*/ 0 w 6536764"/>
              <a:gd name="connsiteY3" fmla="*/ 6786000 h 6786000"/>
            </a:gdLst>
            <a:ahLst/>
            <a:cxnLst>
              <a:cxn ang="0">
                <a:pos x="connsiteX0" y="connsiteY0"/>
              </a:cxn>
              <a:cxn ang="0">
                <a:pos x="connsiteX1" y="connsiteY1"/>
              </a:cxn>
              <a:cxn ang="0">
                <a:pos x="connsiteX2" y="connsiteY2"/>
              </a:cxn>
              <a:cxn ang="0">
                <a:pos x="connsiteX3" y="connsiteY3"/>
              </a:cxn>
            </a:cxnLst>
            <a:rect l="l" t="t" r="r" b="b"/>
            <a:pathLst>
              <a:path w="6536764" h="6786000">
                <a:moveTo>
                  <a:pt x="3200943" y="0"/>
                </a:moveTo>
                <a:lnTo>
                  <a:pt x="6536764" y="0"/>
                </a:lnTo>
                <a:lnTo>
                  <a:pt x="6536764" y="6786000"/>
                </a:lnTo>
                <a:lnTo>
                  <a:pt x="0" y="6786000"/>
                </a:lnTo>
                <a:close/>
              </a:path>
            </a:pathLst>
          </a:custGeom>
          <a:solidFill>
            <a:srgbClr val="ECECE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noProof="0"/>
          </a:p>
        </p:txBody>
      </p:sp>
      <p:sp>
        <p:nvSpPr>
          <p:cNvPr id="25" name="Web">
            <a:extLst>
              <a:ext uri="{FF2B5EF4-FFF2-40B4-BE49-F238E27FC236}">
                <a16:creationId xmlns:a16="http://schemas.microsoft.com/office/drawing/2014/main" id="{CA01E385-DD4B-4DC3-81A8-255F7ADF14DC}"/>
              </a:ext>
            </a:extLst>
          </p:cNvPr>
          <p:cNvSpPr txBox="1"/>
          <p:nvPr userDrawn="1"/>
        </p:nvSpPr>
        <p:spPr>
          <a:xfrm>
            <a:off x="8202580" y="5924312"/>
            <a:ext cx="3629025" cy="393938"/>
          </a:xfrm>
          <a:prstGeom prst="rect">
            <a:avLst/>
          </a:prstGeom>
        </p:spPr>
        <p:txBody>
          <a:bodyPr vert="horz" wrap="square" lIns="0" tIns="0" rIns="0" bIns="0" rtlCol="0" anchor="b">
            <a:noAutofit/>
          </a:bodyPr>
          <a:lstStyle/>
          <a:p>
            <a:pPr marL="0" lvl="0" indent="0" algn="r" rtl="0">
              <a:lnSpc>
                <a:spcPts val="600"/>
              </a:lnSpc>
              <a:buNone/>
            </a:pPr>
            <a:r>
              <a:rPr lang="en-US" sz="1800" b="1" noProof="0" dirty="0">
                <a:solidFill>
                  <a:schemeClr val="accent1"/>
                </a:solidFill>
              </a:rPr>
              <a:t>www.concastindia.com</a:t>
            </a:r>
          </a:p>
        </p:txBody>
      </p:sp>
      <p:sp>
        <p:nvSpPr>
          <p:cNvPr id="24" name="Copyright">
            <a:extLst>
              <a:ext uri="{FF2B5EF4-FFF2-40B4-BE49-F238E27FC236}">
                <a16:creationId xmlns:a16="http://schemas.microsoft.com/office/drawing/2014/main" id="{FD6B7E72-4CD5-4BAB-B779-15A9C6E91BED}"/>
              </a:ext>
            </a:extLst>
          </p:cNvPr>
          <p:cNvSpPr txBox="1"/>
          <p:nvPr userDrawn="1"/>
        </p:nvSpPr>
        <p:spPr>
          <a:xfrm>
            <a:off x="8202580" y="2204864"/>
            <a:ext cx="3628800" cy="3465314"/>
          </a:xfrm>
          <a:prstGeom prst="rect">
            <a:avLst/>
          </a:prstGeom>
        </p:spPr>
        <p:txBody>
          <a:bodyPr vert="horz" wrap="square" lIns="0" tIns="0" rIns="0" bIns="0" rtlCol="0" anchor="b">
            <a:noAutofit/>
          </a:bodyPr>
          <a:lstStyle/>
          <a:p>
            <a:pPr marL="0" indent="0" rtl="0">
              <a:lnSpc>
                <a:spcPct val="107000"/>
              </a:lnSpc>
              <a:spcBef>
                <a:spcPts val="0"/>
              </a:spcBef>
              <a:spcAft>
                <a:spcPts val="0"/>
              </a:spcAft>
              <a:buNone/>
              <a:tabLst>
                <a:tab pos="359410" algn="l"/>
                <a:tab pos="719455" algn="l"/>
                <a:tab pos="1079500" algn="l"/>
                <a:tab pos="1439545" algn="l"/>
                <a:tab pos="1799590" algn="l"/>
                <a:tab pos="2159635" algn="l"/>
                <a:tab pos="2519680" algn="l"/>
                <a:tab pos="2879725" algn="l"/>
                <a:tab pos="3239770" algn="l"/>
                <a:tab pos="3599815" algn="l"/>
                <a:tab pos="3959860" algn="l"/>
                <a:tab pos="4319905" algn="l"/>
              </a:tabLst>
            </a:pPr>
            <a:r>
              <a:rPr lang="en-US" sz="900" noProof="0" dirty="0">
                <a:solidFill>
                  <a:srgbClr val="63666A"/>
                </a:solidFill>
                <a:effectLst/>
                <a:latin typeface="+mj-lt"/>
                <a:ea typeface="Times New Roman" panose="02020603050405020304" pitchFamily="18" charset="0"/>
                <a:cs typeface="Times New Roman" panose="02020603050405020304" pitchFamily="18" charset="0"/>
              </a:rPr>
              <a:t>The information (including, e.g., figures and numbers) provided in this document contains merely general descriptions or characteristics of performance based on estimates and assumptions which have not been verified. These estimates and assumptions have to be analyzed on a case-to-case basis and might change as a result of further product development.</a:t>
            </a:r>
          </a:p>
          <a:p>
            <a:pPr marL="0" indent="0" rtl="0">
              <a:lnSpc>
                <a:spcPct val="107000"/>
              </a:lnSpc>
              <a:spcBef>
                <a:spcPts val="0"/>
              </a:spcBef>
              <a:spcAft>
                <a:spcPts val="0"/>
              </a:spcAft>
              <a:buNone/>
              <a:tabLst>
                <a:tab pos="359410" algn="l"/>
                <a:tab pos="719455" algn="l"/>
                <a:tab pos="1079500" algn="l"/>
                <a:tab pos="1439545" algn="l"/>
                <a:tab pos="1799590" algn="l"/>
                <a:tab pos="2159635" algn="l"/>
                <a:tab pos="2519680" algn="l"/>
                <a:tab pos="2879725" algn="l"/>
                <a:tab pos="3239770" algn="l"/>
                <a:tab pos="3599815" algn="l"/>
                <a:tab pos="3959860" algn="l"/>
                <a:tab pos="4319905" algn="l"/>
              </a:tabLst>
            </a:pPr>
            <a:endParaRPr lang="en-US" sz="900" noProof="0" dirty="0">
              <a:solidFill>
                <a:srgbClr val="63666A"/>
              </a:solidFill>
              <a:effectLst/>
              <a:latin typeface="+mj-lt"/>
              <a:ea typeface="Times New Roman" panose="02020603050405020304" pitchFamily="18" charset="0"/>
              <a:cs typeface="Times New Roman" panose="02020603050405020304" pitchFamily="18" charset="0"/>
            </a:endParaRPr>
          </a:p>
          <a:p>
            <a:pPr marL="0" indent="0" rtl="0">
              <a:lnSpc>
                <a:spcPct val="107000"/>
              </a:lnSpc>
              <a:spcBef>
                <a:spcPts val="0"/>
              </a:spcBef>
              <a:spcAft>
                <a:spcPts val="0"/>
              </a:spcAft>
              <a:buNone/>
              <a:tabLst>
                <a:tab pos="359410" algn="l"/>
                <a:tab pos="719455" algn="l"/>
                <a:tab pos="1079500" algn="l"/>
                <a:tab pos="1439545" algn="l"/>
                <a:tab pos="1799590" algn="l"/>
                <a:tab pos="2159635" algn="l"/>
                <a:tab pos="2519680" algn="l"/>
                <a:tab pos="2879725" algn="l"/>
                <a:tab pos="3239770" algn="l"/>
                <a:tab pos="3599815" algn="l"/>
                <a:tab pos="3959860" algn="l"/>
                <a:tab pos="4319905" algn="l"/>
              </a:tabLst>
            </a:pPr>
            <a:r>
              <a:rPr lang="en-US" sz="900" noProof="0" dirty="0">
                <a:solidFill>
                  <a:srgbClr val="63666A"/>
                </a:solidFill>
                <a:effectLst/>
                <a:latin typeface="+mj-lt"/>
                <a:ea typeface="Times New Roman" panose="02020603050405020304" pitchFamily="18" charset="0"/>
                <a:cs typeface="Times New Roman" panose="02020603050405020304" pitchFamily="18" charset="0"/>
              </a:rPr>
              <a:t>It is no representation, does not constitute and/or evidence a contract or an offer to enter into a contract to any extent and is not binding upon the parties. Any obligation to provide and/or demonstrate respective characteristics shall only exist if expressly agreed in the terms of the contract.</a:t>
            </a:r>
          </a:p>
          <a:p>
            <a:pPr marL="0" indent="0" rtl="0">
              <a:lnSpc>
                <a:spcPct val="107000"/>
              </a:lnSpc>
              <a:spcBef>
                <a:spcPts val="0"/>
              </a:spcBef>
              <a:spcAft>
                <a:spcPts val="0"/>
              </a:spcAft>
              <a:buNone/>
              <a:tabLst>
                <a:tab pos="359410" algn="l"/>
                <a:tab pos="719455" algn="l"/>
                <a:tab pos="1079500" algn="l"/>
                <a:tab pos="1439545" algn="l"/>
                <a:tab pos="1799590" algn="l"/>
                <a:tab pos="2159635" algn="l"/>
                <a:tab pos="2519680" algn="l"/>
                <a:tab pos="2879725" algn="l"/>
                <a:tab pos="3239770" algn="l"/>
                <a:tab pos="3599815" algn="l"/>
                <a:tab pos="3959860" algn="l"/>
                <a:tab pos="4319905" algn="l"/>
              </a:tabLst>
            </a:pPr>
            <a:endParaRPr lang="en-US" sz="900" noProof="0" dirty="0">
              <a:solidFill>
                <a:srgbClr val="63666A"/>
              </a:solidFill>
              <a:effectLst/>
              <a:latin typeface="+mj-lt"/>
              <a:ea typeface="Times New Roman" panose="02020603050405020304" pitchFamily="18" charset="0"/>
              <a:cs typeface="Times New Roman" panose="02020603050405020304" pitchFamily="18" charset="0"/>
            </a:endParaRPr>
          </a:p>
          <a:p>
            <a:pPr marL="0" indent="0" rtl="0">
              <a:lnSpc>
                <a:spcPct val="107000"/>
              </a:lnSpc>
              <a:spcBef>
                <a:spcPts val="0"/>
              </a:spcBef>
              <a:spcAft>
                <a:spcPts val="0"/>
              </a:spcAft>
              <a:buNone/>
              <a:tabLst>
                <a:tab pos="359410" algn="l"/>
                <a:tab pos="719455" algn="l"/>
                <a:tab pos="1079500" algn="l"/>
                <a:tab pos="1439545" algn="l"/>
                <a:tab pos="1799590" algn="l"/>
                <a:tab pos="2159635" algn="l"/>
                <a:tab pos="2519680" algn="l"/>
                <a:tab pos="2879725" algn="l"/>
                <a:tab pos="3239770" algn="l"/>
                <a:tab pos="3599815" algn="l"/>
                <a:tab pos="3959860" algn="l"/>
                <a:tab pos="4319905" algn="l"/>
              </a:tabLst>
            </a:pPr>
            <a:r>
              <a:rPr lang="en-US" sz="900" noProof="0" dirty="0" err="1">
                <a:solidFill>
                  <a:srgbClr val="63666A"/>
                </a:solidFill>
                <a:effectLst/>
                <a:latin typeface="+mj-lt"/>
                <a:ea typeface="Times New Roman" panose="02020603050405020304" pitchFamily="18" charset="0"/>
                <a:cs typeface="Times New Roman" panose="02020603050405020304" pitchFamily="18" charset="0"/>
              </a:rPr>
              <a:t>Concast</a:t>
            </a:r>
            <a:r>
              <a:rPr lang="en-US" sz="900" noProof="0" dirty="0">
                <a:solidFill>
                  <a:srgbClr val="63666A"/>
                </a:solidFill>
                <a:effectLst/>
                <a:latin typeface="+mj-lt"/>
                <a:ea typeface="Times New Roman" panose="02020603050405020304" pitchFamily="18" charset="0"/>
                <a:cs typeface="Times New Roman" panose="02020603050405020304" pitchFamily="18" charset="0"/>
              </a:rPr>
              <a:t> (India) Private Limited excludes any liability whatsoever under or in connection with any provided information, estimates and assumptions. The provided information, estimates and assumptions shall be without prejudice to any possible future offer and/or contract.</a:t>
            </a:r>
          </a:p>
          <a:p>
            <a:pPr marL="0" indent="0" rtl="0">
              <a:lnSpc>
                <a:spcPct val="107000"/>
              </a:lnSpc>
              <a:spcBef>
                <a:spcPts val="0"/>
              </a:spcBef>
              <a:spcAft>
                <a:spcPts val="0"/>
              </a:spcAft>
              <a:buNone/>
              <a:tabLst>
                <a:tab pos="359410" algn="l"/>
                <a:tab pos="719455" algn="l"/>
                <a:tab pos="1079500" algn="l"/>
                <a:tab pos="1439545" algn="l"/>
                <a:tab pos="1799590" algn="l"/>
                <a:tab pos="2159635" algn="l"/>
                <a:tab pos="2519680" algn="l"/>
                <a:tab pos="2879725" algn="l"/>
                <a:tab pos="3239770" algn="l"/>
                <a:tab pos="3599815" algn="l"/>
                <a:tab pos="3959860" algn="l"/>
                <a:tab pos="4319905" algn="l"/>
              </a:tabLst>
            </a:pPr>
            <a:r>
              <a:rPr lang="en-US" sz="900" noProof="0" dirty="0">
                <a:solidFill>
                  <a:srgbClr val="63666A"/>
                </a:solidFill>
                <a:effectLst/>
                <a:latin typeface="+mj-lt"/>
                <a:ea typeface="Times New Roman" panose="02020603050405020304" pitchFamily="18" charset="0"/>
                <a:cs typeface="Times New Roman" panose="02020603050405020304" pitchFamily="18" charset="0"/>
              </a:rPr>
              <a:t>Any information provided by </a:t>
            </a:r>
            <a:r>
              <a:rPr lang="en-US" sz="900" noProof="0" dirty="0" err="1">
                <a:solidFill>
                  <a:srgbClr val="63666A"/>
                </a:solidFill>
                <a:effectLst/>
                <a:latin typeface="+mj-lt"/>
                <a:ea typeface="Times New Roman" panose="02020603050405020304" pitchFamily="18" charset="0"/>
                <a:cs typeface="Times New Roman" panose="02020603050405020304" pitchFamily="18" charset="0"/>
              </a:rPr>
              <a:t>Concast</a:t>
            </a:r>
            <a:r>
              <a:rPr lang="en-US" sz="900" noProof="0" dirty="0">
                <a:solidFill>
                  <a:srgbClr val="63666A"/>
                </a:solidFill>
                <a:effectLst/>
                <a:latin typeface="+mj-lt"/>
                <a:ea typeface="Times New Roman" panose="02020603050405020304" pitchFamily="18" charset="0"/>
                <a:cs typeface="Times New Roman" panose="02020603050405020304" pitchFamily="18" charset="0"/>
              </a:rPr>
              <a:t> (India) Private Limited to the recipient shall be subject to applicable confidentiality obligations and shall be used by the recipient at their own convenience and at their sole risk.</a:t>
            </a:r>
          </a:p>
        </p:txBody>
      </p:sp>
      <p:sp>
        <p:nvSpPr>
          <p:cNvPr id="22" name="AuthorOneLeftPT">
            <a:extLst>
              <a:ext uri="{FF2B5EF4-FFF2-40B4-BE49-F238E27FC236}">
                <a16:creationId xmlns:a16="http://schemas.microsoft.com/office/drawing/2014/main" id="{112646BB-C4D1-4366-BD7C-A9EB34DC4771}"/>
              </a:ext>
            </a:extLst>
          </p:cNvPr>
          <p:cNvSpPr>
            <a:spLocks noGrp="1"/>
          </p:cNvSpPr>
          <p:nvPr>
            <p:ph type="body" sz="quarter" idx="21" hasCustomPrompt="1"/>
          </p:nvPr>
        </p:nvSpPr>
        <p:spPr>
          <a:xfrm>
            <a:off x="360000" y="1798638"/>
            <a:ext cx="3628800" cy="3142530"/>
          </a:xfrm>
        </p:spPr>
        <p:txBody>
          <a:bodyPr/>
          <a:lstStyle>
            <a:lvl1pPr marL="0" indent="0" rtl="0">
              <a:buNone/>
              <a:defRPr sz="1200">
                <a:solidFill>
                  <a:srgbClr val="63666A"/>
                </a:solidFill>
              </a:defRPr>
            </a:lvl1pPr>
            <a:lvl2pPr marL="457200" indent="0">
              <a:buNone/>
              <a:defRPr sz="1200">
                <a:solidFill>
                  <a:srgbClr val="63666A"/>
                </a:solidFill>
              </a:defRPr>
            </a:lvl2pPr>
            <a:lvl3pPr marL="914400" indent="0">
              <a:buNone/>
              <a:defRPr sz="1200">
                <a:solidFill>
                  <a:srgbClr val="63666A"/>
                </a:solidFill>
              </a:defRPr>
            </a:lvl3pPr>
            <a:lvl4pPr marL="1371600" indent="0">
              <a:buNone/>
              <a:defRPr sz="1200">
                <a:solidFill>
                  <a:srgbClr val="63666A"/>
                </a:solidFill>
              </a:defRPr>
            </a:lvl4pPr>
            <a:lvl5pPr marL="1828800" indent="0">
              <a:buNone/>
              <a:defRPr sz="1200">
                <a:solidFill>
                  <a:srgbClr val="63666A"/>
                </a:solidFill>
              </a:defRPr>
            </a:lvl5pPr>
          </a:lstStyle>
          <a:p>
            <a:pPr lvl="0"/>
            <a:r>
              <a:rPr lang="en-US" noProof="0" dirty="0"/>
              <a:t>Contact data</a:t>
            </a:r>
          </a:p>
        </p:txBody>
      </p:sp>
      <p:pic>
        <p:nvPicPr>
          <p:cNvPr id="15" name="Logo" hidden="1">
            <a:extLst>
              <a:ext uri="{FF2B5EF4-FFF2-40B4-BE49-F238E27FC236}">
                <a16:creationId xmlns:a16="http://schemas.microsoft.com/office/drawing/2014/main" id="{9A966E24-D50B-4BD0-A269-7D46EB12DED8}"/>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10157605" y="320400"/>
            <a:ext cx="1674000" cy="424119"/>
          </a:xfrm>
          <a:prstGeom prst="rect">
            <a:avLst/>
          </a:prstGeom>
        </p:spPr>
      </p:pic>
      <p:sp>
        <p:nvSpPr>
          <p:cNvPr id="23" name="Chapter">
            <a:extLst>
              <a:ext uri="{FF2B5EF4-FFF2-40B4-BE49-F238E27FC236}">
                <a16:creationId xmlns:a16="http://schemas.microsoft.com/office/drawing/2014/main" id="{D9EB63FD-45E9-4F5C-A776-B23A7F12524B}"/>
              </a:ext>
            </a:extLst>
          </p:cNvPr>
          <p:cNvSpPr txBox="1"/>
          <p:nvPr userDrawn="1"/>
        </p:nvSpPr>
        <p:spPr>
          <a:xfrm>
            <a:off x="360000" y="360000"/>
            <a:ext cx="7558088" cy="393938"/>
          </a:xfrm>
          <a:prstGeom prst="rect">
            <a:avLst/>
          </a:prstGeom>
        </p:spPr>
        <p:txBody>
          <a:bodyPr vert="horz" wrap="square" lIns="0" tIns="0" rIns="0" bIns="0" rtlCol="0">
            <a:noAutofit/>
          </a:bodyPr>
          <a:lstStyle/>
          <a:p>
            <a:pPr marL="0" indent="0" algn="l" rtl="0">
              <a:buFont typeface="Arial" panose="020B0604020202020204" pitchFamily="34" charset="0"/>
              <a:buNone/>
            </a:pPr>
            <a:r>
              <a:rPr lang="en-US" sz="1200" noProof="0" dirty="0">
                <a:solidFill>
                  <a:srgbClr val="63666A"/>
                </a:solidFill>
              </a:rPr>
              <a:t>Contact</a:t>
            </a:r>
          </a:p>
        </p:txBody>
      </p:sp>
      <p:sp>
        <p:nvSpPr>
          <p:cNvPr id="8" name="Pagenumber">
            <a:extLst>
              <a:ext uri="{FF2B5EF4-FFF2-40B4-BE49-F238E27FC236}">
                <a16:creationId xmlns:a16="http://schemas.microsoft.com/office/drawing/2014/main" id="{9BE096DF-7E33-4E2C-9A50-D832101918DD}"/>
              </a:ext>
            </a:extLst>
          </p:cNvPr>
          <p:cNvSpPr>
            <a:spLocks noGrp="1"/>
          </p:cNvSpPr>
          <p:nvPr>
            <p:ph type="sldNum" sz="quarter" idx="12"/>
          </p:nvPr>
        </p:nvSpPr>
        <p:spPr>
          <a:xfrm>
            <a:off x="11208568" y="6453000"/>
            <a:ext cx="623069" cy="252000"/>
          </a:xfrm>
        </p:spPr>
        <p:txBody>
          <a:bodyPr/>
          <a:lstStyle>
            <a:lvl1pPr rtl="0">
              <a:defRPr/>
            </a:lvl1pPr>
          </a:lstStyle>
          <a:p>
            <a:fld id="{0CE2C118-78B0-4948-9692-2E57815A59D4}" type="slidenum">
              <a:rPr lang="en-US" noProof="0" smtClean="0"/>
              <a:pPr/>
              <a:t>‹#›</a:t>
            </a:fld>
            <a:endParaRPr lang="en-US" noProof="0" dirty="0"/>
          </a:p>
        </p:txBody>
      </p:sp>
      <p:sp>
        <p:nvSpPr>
          <p:cNvPr id="9" name="Footer">
            <a:extLst>
              <a:ext uri="{FF2B5EF4-FFF2-40B4-BE49-F238E27FC236}">
                <a16:creationId xmlns:a16="http://schemas.microsoft.com/office/drawing/2014/main" id="{C0B02AFD-E5B1-4740-A66E-C0BA2AE5F83C}"/>
              </a:ext>
            </a:extLst>
          </p:cNvPr>
          <p:cNvSpPr>
            <a:spLocks noGrp="1"/>
          </p:cNvSpPr>
          <p:nvPr>
            <p:ph type="ftr" sz="quarter" idx="11"/>
          </p:nvPr>
        </p:nvSpPr>
        <p:spPr>
          <a:xfrm>
            <a:off x="6242050" y="6453000"/>
            <a:ext cx="3625549" cy="252000"/>
          </a:xfrm>
        </p:spPr>
        <p:txBody>
          <a:bodyPr/>
          <a:lstStyle>
            <a:lvl1pPr rtl="0">
              <a:defRPr/>
            </a:lvl1pPr>
          </a:lstStyle>
          <a:p>
            <a:r>
              <a:rPr lang="en-US" noProof="0"/>
              <a:t>YeJun Kim / SM JP INT</a:t>
            </a:r>
          </a:p>
        </p:txBody>
      </p:sp>
      <p:sp>
        <p:nvSpPr>
          <p:cNvPr id="10" name="Date">
            <a:extLst>
              <a:ext uri="{FF2B5EF4-FFF2-40B4-BE49-F238E27FC236}">
                <a16:creationId xmlns:a16="http://schemas.microsoft.com/office/drawing/2014/main" id="{681EC5C6-F2AF-4E9A-9EB5-26DCA01AF041}"/>
              </a:ext>
            </a:extLst>
          </p:cNvPr>
          <p:cNvSpPr>
            <a:spLocks noGrp="1"/>
          </p:cNvSpPr>
          <p:nvPr>
            <p:ph type="dt" sz="half" idx="10"/>
          </p:nvPr>
        </p:nvSpPr>
        <p:spPr>
          <a:xfrm>
            <a:off x="10158112" y="6453000"/>
            <a:ext cx="1050456" cy="252000"/>
          </a:xfrm>
        </p:spPr>
        <p:txBody>
          <a:bodyPr/>
          <a:lstStyle>
            <a:lvl1pPr rtl="0">
              <a:defRPr/>
            </a:lvl1pPr>
          </a:lstStyle>
          <a:p>
            <a:r>
              <a:rPr lang="de-DE" noProof="0"/>
              <a:t>2026-07-01</a:t>
            </a:r>
            <a:endParaRPr lang="en-US" noProof="0" dirty="0"/>
          </a:p>
        </p:txBody>
      </p:sp>
      <p:pic>
        <p:nvPicPr>
          <p:cNvPr id="3" name="LogoConcast" descr="Ein Bild, das Screenshot, Schrift, Schwarz, Grafiken enthält.&#10;&#10;Automatisch generierte Beschreibung">
            <a:extLst>
              <a:ext uri="{FF2B5EF4-FFF2-40B4-BE49-F238E27FC236}">
                <a16:creationId xmlns:a16="http://schemas.microsoft.com/office/drawing/2014/main" id="{5159D516-3683-D6BF-9E6E-DA7AEAC8B28A}"/>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0163175" y="360363"/>
            <a:ext cx="1674000" cy="278909"/>
          </a:xfrm>
          <a:prstGeom prst="rect">
            <a:avLst/>
          </a:prstGeom>
        </p:spPr>
      </p:pic>
    </p:spTree>
    <p:extLst>
      <p:ext uri="{BB962C8B-B14F-4D97-AF65-F5344CB8AC3E}">
        <p14:creationId xmlns:p14="http://schemas.microsoft.com/office/powerpoint/2010/main" val="341229489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theme" Target="../theme/theme1.xml"/><Relationship Id="rId38" Type="http://schemas.openxmlformats.org/officeDocument/2006/relationships/tags" Target="../tags/tag2.xml"/><Relationship Id="rId39" Type="http://schemas.openxmlformats.org/officeDocument/2006/relationships/oleObject" Target="../embeddings/oleObject1.bin"/><Relationship Id="rId40" Type="http://schemas.openxmlformats.org/officeDocument/2006/relationships/image" Target="../media/image1.emf"/><Relationship Id="rId41" Type="http://schemas.openxmlformats.org/officeDocument/2006/relationships/image" Target="../media/image2.emf"/><Relationship Id="rId42"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49D565CE-8CEC-49A5-B0A0-C568DBFA3CF2}"/>
              </a:ext>
            </a:extLst>
          </p:cNvPr>
          <p:cNvGraphicFramePr>
            <a:graphicFrameLocks noChangeAspect="1"/>
          </p:cNvGraphicFramePr>
          <p:nvPr userDrawn="1">
            <p:custDataLst>
              <p:tags r:id="rId38"/>
            </p:custDataLst>
            <p:extLst>
              <p:ext uri="{D42A27DB-BD31-4B8C-83A1-F6EECF244321}">
                <p14:modId xmlns:p14="http://schemas.microsoft.com/office/powerpoint/2010/main" val="19830366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9" imgW="470" imgH="469" progId="TCLayout.ActiveDocument.1">
                  <p:embed/>
                </p:oleObj>
              </mc:Choice>
              <mc:Fallback>
                <p:oleObj name="think-cell Slide" r:id="rId39" imgW="470" imgH="469" progId="TCLayout.ActiveDocument.1">
                  <p:embed/>
                  <p:pic>
                    <p:nvPicPr>
                      <p:cNvPr id="9" name="Object 8" hidden="1">
                        <a:extLst>
                          <a:ext uri="{FF2B5EF4-FFF2-40B4-BE49-F238E27FC236}">
                            <a16:creationId xmlns:a16="http://schemas.microsoft.com/office/drawing/2014/main" id="{49D565CE-8CEC-49A5-B0A0-C568DBFA3CF2}"/>
                          </a:ext>
                        </a:extLst>
                      </p:cNvPr>
                      <p:cNvPicPr/>
                      <p:nvPr/>
                    </p:nvPicPr>
                    <p:blipFill>
                      <a:blip r:embed="rId40"/>
                      <a:stretch>
                        <a:fillRect/>
                      </a:stretch>
                    </p:blipFill>
                    <p:spPr>
                      <a:xfrm>
                        <a:off x="1588" y="1588"/>
                        <a:ext cx="1588" cy="1588"/>
                      </a:xfrm>
                      <a:prstGeom prst="rect">
                        <a:avLst/>
                      </a:prstGeom>
                    </p:spPr>
                  </p:pic>
                </p:oleObj>
              </mc:Fallback>
            </mc:AlternateContent>
          </a:graphicData>
        </a:graphic>
      </p:graphicFrame>
      <p:sp>
        <p:nvSpPr>
          <p:cNvPr id="10" name="Line">
            <a:extLst>
              <a:ext uri="{FF2B5EF4-FFF2-40B4-BE49-F238E27FC236}">
                <a16:creationId xmlns:a16="http://schemas.microsoft.com/office/drawing/2014/main" id="{A9F26DCB-BB28-4459-9CF2-0934825CD709}"/>
              </a:ext>
            </a:extLst>
          </p:cNvPr>
          <p:cNvSpPr/>
          <p:nvPr userDrawn="1"/>
        </p:nvSpPr>
        <p:spPr>
          <a:xfrm>
            <a:off x="-2" y="6786000"/>
            <a:ext cx="12192001" cy="7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noProof="0"/>
          </a:p>
        </p:txBody>
      </p:sp>
      <p:sp>
        <p:nvSpPr>
          <p:cNvPr id="6" name="Pagenumber">
            <a:extLst>
              <a:ext uri="{FF2B5EF4-FFF2-40B4-BE49-F238E27FC236}">
                <a16:creationId xmlns:a16="http://schemas.microsoft.com/office/drawing/2014/main" id="{CD91E1D8-6A85-40A9-B459-E98547EB7768}"/>
              </a:ext>
            </a:extLst>
          </p:cNvPr>
          <p:cNvSpPr>
            <a:spLocks noGrp="1"/>
          </p:cNvSpPr>
          <p:nvPr>
            <p:ph type="sldNum" sz="quarter" idx="4"/>
          </p:nvPr>
        </p:nvSpPr>
        <p:spPr>
          <a:xfrm>
            <a:off x="11208568" y="6453000"/>
            <a:ext cx="623069" cy="252000"/>
          </a:xfrm>
          <a:prstGeom prst="rect">
            <a:avLst/>
          </a:prstGeom>
        </p:spPr>
        <p:txBody>
          <a:bodyPr vert="horz" lIns="0" tIns="0" rIns="0" bIns="0" rtlCol="0" anchor="b"/>
          <a:lstStyle>
            <a:lvl1pPr marL="0" indent="0" algn="r" rtl="0">
              <a:buNone/>
              <a:defRPr sz="1000">
                <a:solidFill>
                  <a:srgbClr val="63666A"/>
                </a:solidFill>
              </a:defRPr>
            </a:lvl1pPr>
          </a:lstStyle>
          <a:p>
            <a:fld id="{0CE2C118-78B0-4948-9692-2E57815A59D4}" type="slidenum">
              <a:rPr lang="en-US" noProof="0" smtClean="0"/>
              <a:pPr/>
              <a:t>‹#›</a:t>
            </a:fld>
            <a:endParaRPr lang="en-US" noProof="0" dirty="0"/>
          </a:p>
        </p:txBody>
      </p:sp>
      <p:sp>
        <p:nvSpPr>
          <p:cNvPr id="5" name="Footer">
            <a:extLst>
              <a:ext uri="{FF2B5EF4-FFF2-40B4-BE49-F238E27FC236}">
                <a16:creationId xmlns:a16="http://schemas.microsoft.com/office/drawing/2014/main" id="{C3F35868-2AF1-4AFD-B32E-D5AE114FF9AF}"/>
              </a:ext>
            </a:extLst>
          </p:cNvPr>
          <p:cNvSpPr>
            <a:spLocks noGrp="1"/>
          </p:cNvSpPr>
          <p:nvPr>
            <p:ph type="ftr" sz="quarter" idx="3"/>
          </p:nvPr>
        </p:nvSpPr>
        <p:spPr>
          <a:xfrm>
            <a:off x="6242050" y="6453000"/>
            <a:ext cx="3625549" cy="252000"/>
          </a:xfrm>
          <a:prstGeom prst="rect">
            <a:avLst/>
          </a:prstGeom>
        </p:spPr>
        <p:txBody>
          <a:bodyPr vert="horz" lIns="0" tIns="0" rIns="0" bIns="0" rtlCol="0" anchor="b"/>
          <a:lstStyle>
            <a:lvl1pPr marL="0" indent="0" algn="r" rtl="0">
              <a:buNone/>
              <a:defRPr sz="1000">
                <a:solidFill>
                  <a:srgbClr val="63666A"/>
                </a:solidFill>
              </a:defRPr>
            </a:lvl1pPr>
          </a:lstStyle>
          <a:p>
            <a:r>
              <a:rPr lang="en-US" noProof="0"/>
              <a:t>YeJun Kim / SM JP INT</a:t>
            </a:r>
          </a:p>
        </p:txBody>
      </p:sp>
      <p:sp>
        <p:nvSpPr>
          <p:cNvPr id="4" name="Date">
            <a:extLst>
              <a:ext uri="{FF2B5EF4-FFF2-40B4-BE49-F238E27FC236}">
                <a16:creationId xmlns:a16="http://schemas.microsoft.com/office/drawing/2014/main" id="{720D0EB9-6688-4F39-AD06-C3B8395EE2F0}"/>
              </a:ext>
            </a:extLst>
          </p:cNvPr>
          <p:cNvSpPr>
            <a:spLocks noGrp="1"/>
          </p:cNvSpPr>
          <p:nvPr>
            <p:ph type="dt" sz="half" idx="2"/>
          </p:nvPr>
        </p:nvSpPr>
        <p:spPr>
          <a:xfrm>
            <a:off x="10158112" y="6453000"/>
            <a:ext cx="1050456" cy="252000"/>
          </a:xfrm>
          <a:prstGeom prst="rect">
            <a:avLst/>
          </a:prstGeom>
        </p:spPr>
        <p:txBody>
          <a:bodyPr vert="horz" lIns="0" tIns="0" rIns="0" bIns="0" rtlCol="0" anchor="b"/>
          <a:lstStyle>
            <a:lvl1pPr marL="0" indent="0" algn="l" rtl="0">
              <a:buNone/>
              <a:defRPr sz="1000">
                <a:solidFill>
                  <a:srgbClr val="63666A"/>
                </a:solidFill>
              </a:defRPr>
            </a:lvl1pPr>
          </a:lstStyle>
          <a:p>
            <a:r>
              <a:rPr lang="de-DE" noProof="0"/>
              <a:t>2026-07-01</a:t>
            </a:r>
            <a:endParaRPr lang="en-US" noProof="0" dirty="0"/>
          </a:p>
        </p:txBody>
      </p:sp>
      <p:sp>
        <p:nvSpPr>
          <p:cNvPr id="3" name="Text 2">
            <a:extLst>
              <a:ext uri="{FF2B5EF4-FFF2-40B4-BE49-F238E27FC236}">
                <a16:creationId xmlns:a16="http://schemas.microsoft.com/office/drawing/2014/main" id="{4E57F333-9166-45F5-8379-A35537E80D13}"/>
              </a:ext>
            </a:extLst>
          </p:cNvPr>
          <p:cNvSpPr>
            <a:spLocks noGrp="1"/>
          </p:cNvSpPr>
          <p:nvPr>
            <p:ph type="body" idx="1"/>
          </p:nvPr>
        </p:nvSpPr>
        <p:spPr>
          <a:xfrm>
            <a:off x="360000" y="1800000"/>
            <a:ext cx="11473200" cy="4518000"/>
          </a:xfrm>
          <a:prstGeom prst="rect">
            <a:avLst/>
          </a:prstGeom>
        </p:spPr>
        <p:txBody>
          <a:bodyPr vert="horz" lIns="0" tIns="0" rIns="0" bIns="0" rtlCol="0">
            <a:noAutofit/>
          </a:bodyPr>
          <a:lstStyle/>
          <a:p>
            <a:pPr lvl="0"/>
            <a:r>
              <a:rPr lang="en-US" noProof="0" dirty="0" err="1"/>
              <a:t>Mastertextformat</a:t>
            </a:r>
            <a:r>
              <a:rPr lang="en-US" noProof="0" dirty="0"/>
              <a:t> </a:t>
            </a:r>
            <a:r>
              <a:rPr lang="en-US" noProof="0" dirty="0" err="1"/>
              <a:t>bearbeiten</a:t>
            </a:r>
            <a:endParaRPr lang="en-US" noProof="0" dirty="0"/>
          </a:p>
          <a:p>
            <a:pPr lvl="1"/>
            <a:r>
              <a:rPr lang="en-US" noProof="0" dirty="0" err="1"/>
              <a:t>Zweite</a:t>
            </a:r>
            <a:r>
              <a:rPr lang="en-US" noProof="0" dirty="0"/>
              <a:t> Ebene</a:t>
            </a:r>
          </a:p>
          <a:p>
            <a:pPr lvl="2"/>
            <a:r>
              <a:rPr lang="en-US" noProof="0" dirty="0" err="1"/>
              <a:t>Dritte</a:t>
            </a:r>
            <a:r>
              <a:rPr lang="en-US" noProof="0" dirty="0"/>
              <a:t> Ebene</a:t>
            </a:r>
          </a:p>
          <a:p>
            <a:pPr lvl="3"/>
            <a:r>
              <a:rPr lang="en-US" noProof="0" dirty="0" err="1"/>
              <a:t>Vierte</a:t>
            </a:r>
            <a:r>
              <a:rPr lang="en-US" noProof="0" dirty="0"/>
              <a:t> Ebene</a:t>
            </a:r>
          </a:p>
          <a:p>
            <a:pPr lvl="4"/>
            <a:r>
              <a:rPr lang="en-US" noProof="0" dirty="0" err="1"/>
              <a:t>Fünfte</a:t>
            </a:r>
            <a:r>
              <a:rPr lang="en-US" noProof="0" dirty="0"/>
              <a:t> Ebene</a:t>
            </a:r>
          </a:p>
        </p:txBody>
      </p:sp>
      <p:sp>
        <p:nvSpPr>
          <p:cNvPr id="2" name="Text 1">
            <a:extLst>
              <a:ext uri="{FF2B5EF4-FFF2-40B4-BE49-F238E27FC236}">
                <a16:creationId xmlns:a16="http://schemas.microsoft.com/office/drawing/2014/main" id="{9BA855CF-A78F-4002-AAF8-B818347AE824}"/>
              </a:ext>
            </a:extLst>
          </p:cNvPr>
          <p:cNvSpPr>
            <a:spLocks noGrp="1"/>
          </p:cNvSpPr>
          <p:nvPr>
            <p:ph type="title"/>
          </p:nvPr>
        </p:nvSpPr>
        <p:spPr>
          <a:xfrm>
            <a:off x="360000" y="900000"/>
            <a:ext cx="11473200" cy="720000"/>
          </a:xfrm>
          <a:prstGeom prst="rect">
            <a:avLst/>
          </a:prstGeom>
        </p:spPr>
        <p:txBody>
          <a:bodyPr vert="horz" lIns="0" tIns="0" rIns="0" bIns="0" rtlCol="0" anchor="t">
            <a:noAutofit/>
          </a:bodyPr>
          <a:lstStyle/>
          <a:p>
            <a:r>
              <a:rPr lang="en-US" dirty="0"/>
              <a:t>Headline of the Slide with a Maximum Length of Two Lines</a:t>
            </a:r>
            <a:endParaRPr lang="en-US" noProof="0" dirty="0"/>
          </a:p>
        </p:txBody>
      </p:sp>
      <p:pic>
        <p:nvPicPr>
          <p:cNvPr id="7" name="Logo">
            <a:extLst>
              <a:ext uri="{FF2B5EF4-FFF2-40B4-BE49-F238E27FC236}">
                <a16:creationId xmlns:a16="http://schemas.microsoft.com/office/drawing/2014/main" id="{135E515D-E986-4C22-9414-B790D022B554}"/>
              </a:ext>
            </a:extLst>
          </p:cNvPr>
          <p:cNvPicPr>
            <a:picLocks noChangeAspect="1"/>
          </p:cNvPicPr>
          <p:nvPr userDrawn="1"/>
        </p:nvPicPr>
        <p:blipFill>
          <a:blip r:embed="rId41" cstate="screen">
            <a:extLst>
              <a:ext uri="{28A0092B-C50C-407E-A947-70E740481C1C}">
                <a14:useLocalDpi xmlns:a14="http://schemas.microsoft.com/office/drawing/2010/main"/>
              </a:ext>
            </a:extLst>
          </a:blip>
          <a:stretch>
            <a:fillRect/>
          </a:stretch>
        </p:blipFill>
        <p:spPr>
          <a:xfrm>
            <a:off x="10159986" y="320400"/>
            <a:ext cx="1674000" cy="424119"/>
          </a:xfrm>
          <a:prstGeom prst="rect">
            <a:avLst/>
          </a:prstGeom>
        </p:spPr>
      </p:pic>
      <p:sp>
        <p:nvSpPr>
          <p:cNvPr id="8" name="CopyrightSlideMasterPT">
            <a:extLst>
              <a:ext uri="{FF2B5EF4-FFF2-40B4-BE49-F238E27FC236}">
                <a16:creationId xmlns:a16="http://schemas.microsoft.com/office/drawing/2014/main" id="{CD48CA38-A62E-4157-A234-A3C657EC662A}"/>
              </a:ext>
            </a:extLst>
          </p:cNvPr>
          <p:cNvSpPr txBox="1"/>
          <p:nvPr userDrawn="1"/>
        </p:nvSpPr>
        <p:spPr>
          <a:xfrm>
            <a:off x="359999" y="6453000"/>
            <a:ext cx="5589951" cy="252000"/>
          </a:xfrm>
          <a:prstGeom prst="rect">
            <a:avLst/>
          </a:prstGeom>
        </p:spPr>
        <p:txBody>
          <a:bodyPr vert="horz" wrap="square" lIns="0" tIns="0" rIns="0" bIns="0" rtlCol="0" anchor="b">
            <a:noAutofit/>
          </a:bodyPr>
          <a:lstStyle/>
          <a:p>
            <a:pPr marL="0" marR="0" lvl="0" indent="0" algn="l" defTabSz="180000" rtl="0" eaLnBrk="1" fontAlgn="auto" latinLnBrk="0" hangingPunct="1">
              <a:lnSpc>
                <a:spcPct val="100000"/>
              </a:lnSpc>
              <a:spcBef>
                <a:spcPts val="600"/>
              </a:spcBef>
              <a:spcAft>
                <a:spcPts val="0"/>
              </a:spcAft>
              <a:buClr>
                <a:schemeClr val="accent1"/>
              </a:buClr>
              <a:buSzTx/>
              <a:buFont typeface="Arial" panose="020B0604020202020204" pitchFamily="34" charset="0"/>
              <a:buNone/>
              <a:tabLst/>
              <a:defRPr/>
            </a:pPr>
            <a:r>
              <a:rPr lang="en-US" sz="1000" noProof="0">
                <a:solidFill>
                  <a:srgbClr val="63666A"/>
                </a:solidFill>
                <a:effectLst/>
                <a:latin typeface="+mj-lt"/>
                <a:ea typeface="Times New Roman" panose="02020603050405020304" pitchFamily="18" charset="0"/>
                <a:cs typeface="Times New Roman" panose="02020603050405020304" pitchFamily="18" charset="0"/>
              </a:rPr>
              <a:t>Restricted © Primetals Technologies 2021-2026. All rights reserved.</a:t>
            </a:r>
            <a:endParaRPr lang="en-US" sz="1000" noProof="0" dirty="0">
              <a:solidFill>
                <a:srgbClr val="63666A"/>
              </a:solidFill>
              <a:effectLst/>
              <a:latin typeface="+mj-lt"/>
              <a:ea typeface="Times New Roman" panose="02020603050405020304" pitchFamily="18" charset="0"/>
              <a:cs typeface="Times New Roman" panose="02020603050405020304" pitchFamily="18" charset="0"/>
            </a:endParaRPr>
          </a:p>
        </p:txBody>
      </p:sp>
      <p:pic>
        <p:nvPicPr>
          <p:cNvPr id="12" name="LogoConcast" descr="Ein Bild, das Screenshot, Schrift, Schwarz, Grafiken enthält.&#10;&#10;Automatisch generierte Beschreibung" hidden="1">
            <a:extLst>
              <a:ext uri="{FF2B5EF4-FFF2-40B4-BE49-F238E27FC236}">
                <a16:creationId xmlns:a16="http://schemas.microsoft.com/office/drawing/2014/main" id="{4070E6B2-9FEC-20F0-CEB3-741FFE2176B3}"/>
              </a:ext>
            </a:extLst>
          </p:cNvPr>
          <p:cNvPicPr>
            <a:picLocks noChangeAspect="1"/>
          </p:cNvPicPr>
          <p:nvPr userDrawn="1"/>
        </p:nvPicPr>
        <p:blipFill>
          <a:blip r:embed="rId42">
            <a:extLst>
              <a:ext uri="{28A0092B-C50C-407E-A947-70E740481C1C}">
                <a14:useLocalDpi xmlns:a14="http://schemas.microsoft.com/office/drawing/2010/main" val="0"/>
              </a:ext>
            </a:extLst>
          </a:blip>
          <a:stretch>
            <a:fillRect/>
          </a:stretch>
        </p:blipFill>
        <p:spPr>
          <a:xfrm>
            <a:off x="10163175" y="360363"/>
            <a:ext cx="1674000" cy="278909"/>
          </a:xfrm>
          <a:prstGeom prst="rect">
            <a:avLst/>
          </a:prstGeom>
        </p:spPr>
      </p:pic>
    </p:spTree>
    <p:extLst>
      <p:ext uri="{BB962C8B-B14F-4D97-AF65-F5344CB8AC3E}">
        <p14:creationId xmlns:p14="http://schemas.microsoft.com/office/powerpoint/2010/main" val="2541662418"/>
      </p:ext>
    </p:extLst>
  </p:cSld>
  <p:clrMap bg1="lt1" tx1="dk1" bg2="lt2" tx2="dk2" accent1="accent1" accent2="accent2" accent3="accent3" accent4="accent4" accent5="accent5" accent6="accent6" hlink="hlink" folHlink="folHlink"/>
  <p:sldLayoutIdLst>
    <p:sldLayoutId id="2147483661" r:id="rId1"/>
    <p:sldLayoutId id="2147483687" r:id="rId2"/>
    <p:sldLayoutId id="2147483663" r:id="rId3"/>
    <p:sldLayoutId id="2147483688" r:id="rId4"/>
    <p:sldLayoutId id="2147483692" r:id="rId5"/>
    <p:sldLayoutId id="2147483702" r:id="rId6"/>
    <p:sldLayoutId id="2147483662" r:id="rId7"/>
    <p:sldLayoutId id="2147483695" r:id="rId8"/>
    <p:sldLayoutId id="2147483664" r:id="rId9"/>
    <p:sldLayoutId id="2147483696" r:id="rId10"/>
    <p:sldLayoutId id="2147483697" r:id="rId11"/>
    <p:sldLayoutId id="2147483698" r:id="rId12"/>
    <p:sldLayoutId id="2147483674" r:id="rId13"/>
    <p:sldLayoutId id="2147483699" r:id="rId14"/>
    <p:sldLayoutId id="2147483701" r:id="rId15"/>
    <p:sldLayoutId id="2147483683" r:id="rId16"/>
    <p:sldLayoutId id="2147483700" r:id="rId17"/>
    <p:sldLayoutId id="2147483675" r:id="rId18"/>
    <p:sldLayoutId id="2147483676" r:id="rId19"/>
    <p:sldLayoutId id="2147483677" r:id="rId20"/>
    <p:sldLayoutId id="2147483678" r:id="rId21"/>
    <p:sldLayoutId id="2147483691" r:id="rId22"/>
    <p:sldLayoutId id="2147483672" r:id="rId23"/>
    <p:sldLayoutId id="2147483685" r:id="rId24"/>
    <p:sldLayoutId id="2147483686" r:id="rId25"/>
    <p:sldLayoutId id="2147483673" r:id="rId26"/>
    <p:sldLayoutId id="2147483689" r:id="rId27"/>
    <p:sldLayoutId id="2147483679" r:id="rId28"/>
    <p:sldLayoutId id="2147483680" r:id="rId29"/>
    <p:sldLayoutId id="2147483681" r:id="rId30"/>
    <p:sldLayoutId id="2147483682" r:id="rId31"/>
    <p:sldLayoutId id="2147483693" r:id="rId32"/>
    <p:sldLayoutId id="2147483694" r:id="rId33"/>
    <p:sldLayoutId id="2147483684" r:id="rId34"/>
    <p:sldLayoutId id="2147483703" r:id="rId35"/>
    <p:sldLayoutId id="2147483704" r:id="rId36"/>
  </p:sldLayoutIdLst>
  <p:hf hdr="0"/>
  <p:txStyles>
    <p:titleStyle>
      <a:lvl1pPr algn="l" defTabSz="914400" rtl="0" eaLnBrk="1" latinLnBrk="0" hangingPunct="1">
        <a:lnSpc>
          <a:spcPct val="90000"/>
        </a:lnSpc>
        <a:spcBef>
          <a:spcPct val="0"/>
        </a:spcBef>
        <a:buNone/>
        <a:defRPr kumimoji="1" sz="2400" kern="1200">
          <a:solidFill>
            <a:schemeClr val="accent1"/>
          </a:solidFill>
          <a:latin typeface="+mj-lt"/>
          <a:ea typeface="+mj-ea"/>
          <a:cs typeface="+mj-cs"/>
        </a:defRPr>
      </a:lvl1pPr>
    </p:titleStyle>
    <p:bodyStyle>
      <a:lvl1pPr marL="179388" indent="-179388" algn="l" defTabSz="914400" rtl="0" eaLnBrk="1" latinLnBrk="0" hangingPunct="1">
        <a:lnSpc>
          <a:spcPct val="100000"/>
        </a:lnSpc>
        <a:spcBef>
          <a:spcPts val="600"/>
        </a:spcBef>
        <a:buClr>
          <a:schemeClr val="accent1"/>
        </a:buClr>
        <a:buFont typeface="Arial" panose="020B0604020202020204" pitchFamily="34" charset="0"/>
        <a:buChar char="•"/>
        <a:defRPr kumimoji="1" sz="1800" kern="1200">
          <a:solidFill>
            <a:schemeClr val="tx1"/>
          </a:solidFill>
          <a:latin typeface="+mn-lt"/>
          <a:ea typeface="+mn-ea"/>
          <a:cs typeface="+mn-cs"/>
        </a:defRPr>
      </a:lvl1pPr>
      <a:lvl2pPr marL="360363" indent="-180975" algn="l" defTabSz="914400" rtl="0" eaLnBrk="1" latinLnBrk="0" hangingPunct="1">
        <a:lnSpc>
          <a:spcPct val="100000"/>
        </a:lnSpc>
        <a:spcBef>
          <a:spcPts val="500"/>
        </a:spcBef>
        <a:buClr>
          <a:schemeClr val="tx1"/>
        </a:buClr>
        <a:buFont typeface="Arial" panose="020B0604020202020204" pitchFamily="34" charset="0"/>
        <a:buChar char="-"/>
        <a:defRPr kumimoji="1" sz="1800" kern="1200">
          <a:solidFill>
            <a:schemeClr val="tx1"/>
          </a:solidFill>
          <a:latin typeface="+mn-lt"/>
          <a:ea typeface="+mn-ea"/>
          <a:cs typeface="+mn-cs"/>
        </a:defRPr>
      </a:lvl2pPr>
      <a:lvl3pPr marL="538163" indent="-177800" algn="l" defTabSz="914400" rtl="0" eaLnBrk="1" latinLnBrk="0" hangingPunct="1">
        <a:lnSpc>
          <a:spcPct val="100000"/>
        </a:lnSpc>
        <a:spcBef>
          <a:spcPts val="500"/>
        </a:spcBef>
        <a:buClr>
          <a:schemeClr val="tx1"/>
        </a:buClr>
        <a:buFont typeface="Arial" panose="020B0604020202020204" pitchFamily="34" charset="0"/>
        <a:buChar char="-"/>
        <a:defRPr kumimoji="1" sz="1200" kern="1200">
          <a:solidFill>
            <a:schemeClr val="tx1"/>
          </a:solidFill>
          <a:latin typeface="+mn-lt"/>
          <a:ea typeface="+mn-ea"/>
          <a:cs typeface="+mn-cs"/>
        </a:defRPr>
      </a:lvl3pPr>
      <a:lvl4pPr marL="715963" indent="-177800" algn="l" defTabSz="914400" rtl="0" eaLnBrk="1" latinLnBrk="0" hangingPunct="1">
        <a:lnSpc>
          <a:spcPct val="100000"/>
        </a:lnSpc>
        <a:spcBef>
          <a:spcPts val="500"/>
        </a:spcBef>
        <a:buClr>
          <a:schemeClr val="tx1"/>
        </a:buClr>
        <a:buFont typeface="Arial" panose="020B0604020202020204" pitchFamily="34" charset="0"/>
        <a:buChar char="-"/>
        <a:defRPr kumimoji="1" sz="1200" kern="1200">
          <a:solidFill>
            <a:srgbClr val="63666A"/>
          </a:solidFill>
          <a:latin typeface="+mn-lt"/>
          <a:ea typeface="+mn-ea"/>
          <a:cs typeface="+mn-cs"/>
        </a:defRPr>
      </a:lvl4pPr>
      <a:lvl5pPr marL="898525" indent="-182563" algn="l" defTabSz="914400" rtl="0" eaLnBrk="1" latinLnBrk="0" hangingPunct="1">
        <a:lnSpc>
          <a:spcPct val="100000"/>
        </a:lnSpc>
        <a:spcBef>
          <a:spcPts val="500"/>
        </a:spcBef>
        <a:buClr>
          <a:schemeClr val="tx1"/>
        </a:buClr>
        <a:buFont typeface="Arial" panose="020B0604020202020204" pitchFamily="34" charset="0"/>
        <a:buChar char="-"/>
        <a:defRPr kumimoji="1" sz="1200" kern="1200">
          <a:solidFill>
            <a:srgbClr val="97999B"/>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de-DE"/>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7" pos="227" userDrawn="1">
          <p15:clr>
            <a:srgbClr val="A4A3A4"/>
          </p15:clr>
        </p15:guide>
        <p15:guide id="18" pos="7454" userDrawn="1">
          <p15:clr>
            <a:srgbClr val="A4A3A4"/>
          </p15:clr>
        </p15:guide>
        <p15:guide id="19" pos="6402" userDrawn="1">
          <p15:clr>
            <a:srgbClr val="A4A3A4"/>
          </p15:clr>
        </p15:guide>
        <p15:guide id="20" pos="6218" userDrawn="1">
          <p15:clr>
            <a:srgbClr val="A4A3A4"/>
          </p15:clr>
        </p15:guide>
        <p15:guide id="21" pos="5169" userDrawn="1">
          <p15:clr>
            <a:srgbClr val="A4A3A4"/>
          </p15:clr>
        </p15:guide>
        <p15:guide id="22" pos="4982" userDrawn="1">
          <p15:clr>
            <a:srgbClr val="A4A3A4"/>
          </p15:clr>
        </p15:guide>
        <p15:guide id="23" pos="3932" userDrawn="1">
          <p15:clr>
            <a:srgbClr val="A4A3A4"/>
          </p15:clr>
        </p15:guide>
        <p15:guide id="24" pos="3747" userDrawn="1">
          <p15:clr>
            <a:srgbClr val="A4A3A4"/>
          </p15:clr>
        </p15:guide>
        <p15:guide id="25" pos="2696" userDrawn="1">
          <p15:clr>
            <a:srgbClr val="A4A3A4"/>
          </p15:clr>
        </p15:guide>
        <p15:guide id="26" pos="2511" userDrawn="1">
          <p15:clr>
            <a:srgbClr val="A4A3A4"/>
          </p15:clr>
        </p15:guide>
        <p15:guide id="27" pos="1463" userDrawn="1">
          <p15:clr>
            <a:srgbClr val="A4A3A4"/>
          </p15:clr>
        </p15:guide>
        <p15:guide id="28" pos="1277" userDrawn="1">
          <p15:clr>
            <a:srgbClr val="A4A3A4"/>
          </p15:clr>
        </p15:guide>
        <p15:guide id="29" orient="horz" pos="227" userDrawn="1">
          <p15:clr>
            <a:srgbClr val="A4A3A4"/>
          </p15:clr>
        </p15:guide>
        <p15:guide id="30" orient="horz" pos="3980" userDrawn="1">
          <p15:clr>
            <a:srgbClr val="A4A3A4"/>
          </p15:clr>
        </p15:guide>
        <p15:guide id="31" orient="horz" pos="566" userDrawn="1">
          <p15:clr>
            <a:srgbClr val="A4A3A4"/>
          </p15:clr>
        </p15:guide>
        <p15:guide id="32" orient="horz" pos="1133" userDrawn="1">
          <p15:clr>
            <a:srgbClr val="A4A3A4"/>
          </p15:clr>
        </p15:guide>
      </p15:sldGuideLst>
    </p:ext>
  </p:extLst>
</p:sldMaster>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Primetals">
  <a:themeElements>
    <a:clrScheme name="Primetals">
      <a:dk1>
        <a:srgbClr val="0C2340"/>
      </a:dk1>
      <a:lt1>
        <a:srgbClr val="FFFFFF"/>
      </a:lt1>
      <a:dk2>
        <a:srgbClr val="FFFFFF"/>
      </a:dk2>
      <a:lt2>
        <a:srgbClr val="00587C"/>
      </a:lt2>
      <a:accent1>
        <a:srgbClr val="E87722"/>
      </a:accent1>
      <a:accent2>
        <a:srgbClr val="F2A900"/>
      </a:accent2>
      <a:accent3>
        <a:srgbClr val="FFCD00"/>
      </a:accent3>
      <a:accent4>
        <a:srgbClr val="7A9A01"/>
      </a:accent4>
      <a:accent5>
        <a:srgbClr val="6BA4B8"/>
      </a:accent5>
      <a:accent6>
        <a:srgbClr val="971B2F"/>
      </a:accent6>
      <a:hlink>
        <a:srgbClr val="00587C"/>
      </a:hlink>
      <a:folHlink>
        <a:srgbClr val="00587C"/>
      </a:folHlink>
    </a:clrScheme>
    <a:fontScheme name="Primetals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w="12700">
          <a:solidFill>
            <a:schemeClr val="tx1"/>
          </a:solidFill>
        </a:ln>
      </a:spPr>
      <a:bodyPr rtlCol="0" anchor="ctr"/>
      <a:lstStyle>
        <a:defPPr marL="0" indent="0" algn="ctr">
          <a:buNone/>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tailEnd type="none"/>
        </a:ln>
      </a:spPr>
      <a:bodyPr/>
      <a:lstStyle/>
      <a:style>
        <a:lnRef idx="1">
          <a:schemeClr val="accent1"/>
        </a:lnRef>
        <a:fillRef idx="0">
          <a:schemeClr val="accent1"/>
        </a:fillRef>
        <a:effectRef idx="0">
          <a:schemeClr val="accent1"/>
        </a:effectRef>
        <a:fontRef idx="minor">
          <a:schemeClr val="tx1"/>
        </a:fontRef>
      </a:style>
    </a:lnDef>
    <a:txDef>
      <a:spPr/>
      <a:bodyPr vert="horz" wrap="square" lIns="0" tIns="0" rIns="0" bIns="0" rtlCol="0">
        <a:noAutofit/>
      </a:bodyPr>
      <a:lstStyle>
        <a:defPPr marL="0" indent="0" algn="l">
          <a:buClr>
            <a:schemeClr val="accent1"/>
          </a:buClr>
          <a:buNone/>
          <a:defRPr dirty="0" err="1" smtClean="0"/>
        </a:defPPr>
      </a:lstStyle>
    </a:txDef>
  </a:objectDefaults>
  <a:extraClrSchemeLst/>
  <a:custClrLst>
    <a:custClr name="Orange (PT)">
      <a:srgbClr val="E87722"/>
    </a:custClr>
    <a:custClr name="Dark Blue (PT)">
      <a:srgbClr val="0C2340"/>
    </a:custClr>
    <a:custClr name="White (PT)">
      <a:srgbClr val="FFFFFF"/>
    </a:custClr>
    <a:custClr name="Black (PT)">
      <a:srgbClr val="000000"/>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Light Grey (PT)">
      <a:srgbClr val="D0D0CE"/>
    </a:custClr>
    <a:custClr name="Medium Grey (PT)">
      <a:srgbClr val="B1B3B3"/>
    </a:custClr>
    <a:custClr name="Dark Grey (PT)">
      <a:srgbClr val="97999B"/>
    </a:custClr>
    <a:custClr name="Extra Dark Grey (PT)">
      <a:srgbClr val="75787B"/>
    </a:custClr>
    <a:custClr name="Blue Grey (PT)">
      <a:srgbClr val="6BA4B8"/>
    </a:custClr>
    <a:custClr name="Dark Blue Grey (PT)">
      <a:srgbClr val="425563"/>
    </a:custClr>
    <a:custClr name="blank">
      <a:srgbClr val="FFFFFF"/>
    </a:custClr>
    <a:custClr name="blank">
      <a:srgbClr val="FFFFFF"/>
    </a:custClr>
    <a:custClr name="blank">
      <a:srgbClr val="FFFFFF"/>
    </a:custClr>
    <a:custClr name="blank">
      <a:srgbClr val="FFFFFF"/>
    </a:custClr>
    <a:custClr name="Lime (PT)">
      <a:srgbClr val="CEDC00"/>
    </a:custClr>
    <a:custClr name="Green (PT)">
      <a:srgbClr val="7A9A01"/>
    </a:custClr>
    <a:custClr name="Bright Blue (PT)">
      <a:srgbClr val="00B5DF"/>
    </a:custClr>
    <a:custClr name="Teal (PT)">
      <a:srgbClr val="00587C"/>
    </a:custClr>
    <a:custClr name="Purple (PT)">
      <a:srgbClr val="8C4799"/>
    </a:custClr>
    <a:custClr name="Dark Purple (PT)">
      <a:srgbClr val="500778"/>
    </a:custClr>
    <a:custClr name="blank">
      <a:srgbClr val="FFFFFF"/>
    </a:custClr>
    <a:custClr name="blank">
      <a:srgbClr val="FFFFFF"/>
    </a:custClr>
    <a:custClr name="blank">
      <a:srgbClr val="FFFFFF"/>
    </a:custClr>
    <a:custClr name="blank">
      <a:srgbClr val="FFFFFF"/>
    </a:custClr>
    <a:custClr name="Yellow (PT)">
      <a:srgbClr val="FFCD00"/>
    </a:custClr>
    <a:custClr name="Warm Yellow (PT)">
      <a:srgbClr val="F2A900"/>
    </a:custClr>
    <a:custClr name="Red (PT)">
      <a:srgbClr val="CE0037"/>
    </a:custClr>
    <a:custClr name="Burgundy (PT)">
      <a:srgbClr val="971B2F"/>
    </a:custClr>
    <a:custClr name="Sand (PT)">
      <a:srgbClr val="C6AA76"/>
    </a:custClr>
    <a:custClr name="Earth (PT)">
      <a:srgbClr val="5C462B"/>
    </a:custClr>
    <a:custClr name="blank">
      <a:srgbClr val="FFFFFF"/>
    </a:custClr>
    <a:custClr name="blank">
      <a:srgbClr val="FFFFFF"/>
    </a:custClr>
    <a:custClr name="blank">
      <a:srgbClr val="FFFFFF"/>
    </a:custClr>
    <a:custClr name="blank">
      <a:srgbClr val="FFFFFF"/>
    </a:custClr>
  </a:custClrLst>
  <a:extLst>
    <a:ext uri="{05A4C25C-085E-4340-85A3-A5531E510DB2}">
      <thm15:themeFamily xmlns:thm15="http://schemas.microsoft.com/office/thememl/2012/main" name="blank.potx" id="{D5364ECA-0C1B-442D-A192-9BAEA6F7F8B3}" vid="{FAE7DF56-CC57-4CE4-95CE-78B64A7CBFC5}"/>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70EBC6FC795BA4C90CABD704A44F293" ma:contentTypeVersion="1" ma:contentTypeDescription="Create a new document." ma:contentTypeScope="" ma:versionID="fcd07aa267632678ede39426d9c64abc">
  <xsd:schema xmlns:xsd="http://www.w3.org/2001/XMLSchema" xmlns:xs="http://www.w3.org/2001/XMLSchema" xmlns:p="http://schemas.microsoft.com/office/2006/metadata/properties" xmlns:ns2="http://schemas.microsoft.com/sharepoint/v4" targetNamespace="http://schemas.microsoft.com/office/2006/metadata/properties" ma:root="true" ma:fieldsID="23c11eee0d542004c4a7d729835418c6" ns2:_="">
    <xsd:import namespace="http://schemas.microsoft.com/sharepoint/v4"/>
    <xsd:element name="properties">
      <xsd:complexType>
        <xsd:sequence>
          <xsd:element name="documentManagement">
            <xsd:complexType>
              <xsd:all>
                <xsd:element ref="ns2:IconOverla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8" nillable="true" ma:displayName="IconOverlay" ma:hidden="true" ma:internalName="IconOverlay">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IconOverlay xmlns="http://schemas.microsoft.com/sharepoint/v4"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9CBC9C8-46D8-4C46-8555-2E69C5D138D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B5EE6B1-8006-4056-8DDE-C9F80CCD8FCB}">
  <ds:schemaRefs>
    <ds:schemaRef ds:uri="http://schemas.microsoft.com/office/2006/metadata/properties"/>
    <ds:schemaRef ds:uri="http://schemas.microsoft.com/sharepoint/v4"/>
    <ds:schemaRef ds:uri="http://schemas.microsoft.com/office/2006/documentManagement/types"/>
    <ds:schemaRef ds:uri="http://purl.org/dc/dcmitype/"/>
    <ds:schemaRef ds:uri="http://schemas.openxmlformats.org/package/2006/metadata/core-properties"/>
    <ds:schemaRef ds:uri="http://purl.org/dc/terms/"/>
    <ds:schemaRef ds:uri="http://purl.org/dc/elements/1.1/"/>
    <ds:schemaRef ds:uri="http://schemas.microsoft.com/office/infopath/2007/PartnerControls"/>
    <ds:schemaRef ds:uri="http://www.w3.org/XML/1998/namespace"/>
  </ds:schemaRefs>
</ds:datastoreItem>
</file>

<file path=customXml/itemProps3.xml><?xml version="1.0" encoding="utf-8"?>
<ds:datastoreItem xmlns:ds="http://schemas.openxmlformats.org/officeDocument/2006/customXml" ds:itemID="{7213F9A1-CBCE-48D8-8026-EB7627C6BC3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blank</Template>
  <TotalTime>0</TotalTime>
  <Words>4165</Words>
  <Application>Microsoft Office PowerPoint</Application>
  <PresentationFormat>Widescreen</PresentationFormat>
  <Paragraphs>795</Paragraphs>
  <Slides>49</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49</vt:i4>
      </vt:variant>
    </vt:vector>
  </HeadingPairs>
  <TitlesOfParts>
    <vt:vector size="56" baseType="lpstr">
      <vt:lpstr>Arial Unicode MS</vt:lpstr>
      <vt:lpstr>arial</vt:lpstr>
      <vt:lpstr>arial</vt:lpstr>
      <vt:lpstr>Calibri</vt:lpstr>
      <vt:lpstr>Wingdings</vt:lpstr>
      <vt:lpstr>Primetals</vt:lpstr>
      <vt:lpstr>think-cell Slide</vt:lpstr>
      <vt:lpstr>POWERPOINT templates</vt:lpstr>
      <vt:lpstr>Simple Sample Slides</vt:lpstr>
      <vt:lpstr>PowerPoint Presentation</vt:lpstr>
      <vt:lpstr>Headline of the Slide with a Maximum Length of Two Lines</vt:lpstr>
      <vt:lpstr>Headline of the Slide with a Maximum Length of Two Lines</vt:lpstr>
      <vt:lpstr>Headline of the Slide with a Maximum Length of Two Lines</vt:lpstr>
      <vt:lpstr>Headline of the Slide with a Maximum Length of Three Lines</vt:lpstr>
      <vt:lpstr>Headline of the Slide with a Maximum Length of Two Lines</vt:lpstr>
      <vt:lpstr>Headline of the Slide with a Maximum Length of Two Lines</vt:lpstr>
      <vt:lpstr>Headline of the Slide with a Maximum Length of Two Lines</vt:lpstr>
      <vt:lpstr>Headline of the Slide with a Maximum Length of Two Lines</vt:lpstr>
      <vt:lpstr>Headline of the Slide with a Maximum Length of Two Lines</vt:lpstr>
      <vt:lpstr>Headline of the Slide with a Maximum Length of Two Lines</vt:lpstr>
      <vt:lpstr>Headline of the Slide with a Maximum Length of Two Lines</vt:lpstr>
      <vt:lpstr>Headline of the Slide with a Maximum Length of Two Lines</vt:lpstr>
      <vt:lpstr>Headline of the Slide with a Maximum Length of Two Lines</vt:lpstr>
      <vt:lpstr>Headline of the Slide with a Maximum Length of Two Lines</vt:lpstr>
      <vt:lpstr>PowerPoint Presentation</vt:lpstr>
      <vt:lpstr>PowerPoint Presentation</vt:lpstr>
      <vt:lpstr>Headline of the Slide with a Maximum Length of Two Lines</vt:lpstr>
      <vt:lpstr>Headline of the Slide with a Maximum Length of Two Lines</vt:lpstr>
      <vt:lpstr>Headline of the Slide with a Maximum Length of Two Lines</vt:lpstr>
      <vt:lpstr>Headline of the Slide with a Maximum Length of Two Lines</vt:lpstr>
      <vt:lpstr>Headline of the Slide with a Maximum Length of Two Lines</vt:lpstr>
      <vt:lpstr>Headline of the Slide with a Maximum Length of Two Lines References – One Project</vt:lpstr>
      <vt:lpstr>Headline of the Slide with a Maximum Length of Two Lines References – Two Projects</vt:lpstr>
      <vt:lpstr>Headline of the Slide with a Maximum Length of Two Lines References – Three Projects</vt:lpstr>
      <vt:lpstr>Headline of the Slide with a Maximum Length of Two Lines References – Five or Six Projects</vt:lpstr>
      <vt:lpstr>PowerPoint Presentation</vt:lpstr>
      <vt:lpstr>Advanced Sample Slides</vt:lpstr>
      <vt:lpstr>Headline of the Slide with a Maximum Length of Two Lines</vt:lpstr>
      <vt:lpstr>Headline of the Slide with a Maximum Length of Three Lines</vt:lpstr>
      <vt:lpstr>Headline of the Slide with a Maximum Length of Two Lines</vt:lpstr>
      <vt:lpstr>Headline of the Slide with a Maximum Length of Two Lines</vt:lpstr>
      <vt:lpstr>Headline of the Slide with a Maximum Length of Two Lines</vt:lpstr>
      <vt:lpstr>Headline of the Slide with a Maximum Length of Two Lines</vt:lpstr>
      <vt:lpstr>Headline of the Slide with a Maximum Length of Two Lines</vt:lpstr>
      <vt:lpstr>Headline of the Slide with a Maximum Length of Two Lines</vt:lpstr>
      <vt:lpstr>Headline of the Slide with a Maximum Length of Two Lines</vt:lpstr>
      <vt:lpstr>Headline of the Slide with a Maximum Length of Two Lines</vt:lpstr>
      <vt:lpstr>Headline of the Slide with a Maximum Length of Two Lines</vt:lpstr>
      <vt:lpstr>Advanced Sample Slides</vt:lpstr>
      <vt:lpstr>Color Specifications</vt:lpstr>
      <vt:lpstr>Icons</vt:lpstr>
      <vt:lpstr>Headline of the Slide with a Maximum Length of Two Lines</vt:lpstr>
      <vt:lpstr>Headline of the Slide with a Maximum Length of Two Lines</vt:lpstr>
      <vt:lpstr>Closing Slides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Kim, Yejun</dc:creator>
  <cp:keywords>C_Restricted</cp:keywords>
  <dc:description>Primetals Technologies Austria GmbH_x000d_
2024-04-09 Rev. 08_x000d_
2025-01-25 Rev. 09</dc:description>
  <cp:lastModifiedBy>Kim, Yejun</cp:lastModifiedBy>
  <cp:revision>1</cp:revision>
  <dcterms:created xsi:type="dcterms:W3CDTF">2026-07-01T01:04:38Z</dcterms:created>
  <dcterms:modified xsi:type="dcterms:W3CDTF">2026-07-01T01:05:08Z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0x010100470EBC6FC795BA4C90CABD704A44F293</vt:lpwstr>
  </property>
  <property fmtid="{D5CDD505-2E9C-101B-9397-08002B2CF9AE}" pid="3" name="MSIP_Label_f6d09155-8cf5-4416-b59e-e5016cc7e34a_Enabled">
    <vt:lpwstr>true</vt:lpwstr>
  </property>
  <property fmtid="{D5CDD505-2E9C-101B-9397-08002B2CF9AE}" pid="4" name="MSIP_Label_f6d09155-8cf5-4416-b59e-e5016cc7e34a_SetDate">
    <vt:lpwstr>2024-01-23T06:18:40Z</vt:lpwstr>
  </property>
  <property fmtid="{D5CDD505-2E9C-101B-9397-08002B2CF9AE}" pid="5" name="MSIP_Label_f6d09155-8cf5-4416-b59e-e5016cc7e34a_Method">
    <vt:lpwstr>Standard</vt:lpwstr>
  </property>
  <property fmtid="{D5CDD505-2E9C-101B-9397-08002B2CF9AE}" pid="6" name="MSIP_Label_f6d09155-8cf5-4416-b59e-e5016cc7e34a_Name">
    <vt:lpwstr>Restricted</vt:lpwstr>
  </property>
  <property fmtid="{D5CDD505-2E9C-101B-9397-08002B2CF9AE}" pid="7" name="MSIP_Label_f6d09155-8cf5-4416-b59e-e5016cc7e34a_SiteId">
    <vt:lpwstr>f17bd375-b726-4319-bc29-633105befae1</vt:lpwstr>
  </property>
  <property fmtid="{D5CDD505-2E9C-101B-9397-08002B2CF9AE}" pid="8" name="MSIP_Label_f6d09155-8cf5-4416-b59e-e5016cc7e34a_ActionId">
    <vt:lpwstr>607fedf0-3993-49a9-a40c-51064dce710d</vt:lpwstr>
  </property>
  <property fmtid="{D5CDD505-2E9C-101B-9397-08002B2CF9AE}" pid="9" name="MSIP_Label_f6d09155-8cf5-4416-b59e-e5016cc7e34a_ContentBits">
    <vt:lpwstr>0</vt:lpwstr>
  </property>
  <property fmtid="{D5CDD505-2E9C-101B-9397-08002B2CF9AE}" pid="10" name="SelectedCompany">
    <vt:lpwstr>Primetals Technologies</vt:lpwstr>
  </property>
</Properties>
</file>